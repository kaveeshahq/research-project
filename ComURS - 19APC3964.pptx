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64" r:id="rId2"/>
  </p:sldIdLst>
  <p:sldSz cx="29883100" cy="41405175"/>
  <p:notesSz cx="6799263" cy="9929813"/>
  <p:defaultTextStyle>
    <a:defPPr>
      <a:defRPr lang="en-US"/>
    </a:defPPr>
    <a:lvl1pPr marL="0" lvl="0" indent="0" algn="l" defTabSz="4073525" rtl="0" eaLnBrk="0" fontAlgn="base" latinLnBrk="0" hangingPunct="0">
      <a:lnSpc>
        <a:spcPct val="100000"/>
      </a:lnSpc>
      <a:spcBef>
        <a:spcPct val="0"/>
      </a:spcBef>
      <a:spcAft>
        <a:spcPct val="0"/>
      </a:spcAft>
      <a:buNone/>
      <a:defRPr sz="8000" b="0" i="0" u="none" kern="1200" baseline="0">
        <a:solidFill>
          <a:schemeClr val="tx1"/>
        </a:solidFill>
        <a:latin typeface="Arial" panose="020B0604020202020204" pitchFamily="34" charset="0"/>
        <a:ea typeface="+mn-ea"/>
        <a:cs typeface="+mn-cs"/>
      </a:defRPr>
    </a:lvl1pPr>
    <a:lvl2pPr marL="2037080" lvl="1" indent="-1579880" algn="l" defTabSz="4073525" rtl="0" eaLnBrk="0" fontAlgn="base" latinLnBrk="0" hangingPunct="0">
      <a:lnSpc>
        <a:spcPct val="100000"/>
      </a:lnSpc>
      <a:spcBef>
        <a:spcPct val="0"/>
      </a:spcBef>
      <a:spcAft>
        <a:spcPct val="0"/>
      </a:spcAft>
      <a:buNone/>
      <a:defRPr sz="8000" b="0" i="0" u="none" kern="1200" baseline="0">
        <a:solidFill>
          <a:schemeClr val="tx1"/>
        </a:solidFill>
        <a:latin typeface="Arial" panose="020B0604020202020204" pitchFamily="34" charset="0"/>
        <a:ea typeface="+mn-ea"/>
        <a:cs typeface="+mn-cs"/>
      </a:defRPr>
    </a:lvl2pPr>
    <a:lvl3pPr marL="4073525" lvl="2" indent="-3159125" algn="l" defTabSz="4073525" rtl="0" eaLnBrk="0" fontAlgn="base" latinLnBrk="0" hangingPunct="0">
      <a:lnSpc>
        <a:spcPct val="100000"/>
      </a:lnSpc>
      <a:spcBef>
        <a:spcPct val="0"/>
      </a:spcBef>
      <a:spcAft>
        <a:spcPct val="0"/>
      </a:spcAft>
      <a:buNone/>
      <a:defRPr sz="8000" b="0" i="0" u="none" kern="1200" baseline="0">
        <a:solidFill>
          <a:schemeClr val="tx1"/>
        </a:solidFill>
        <a:latin typeface="Arial" panose="020B0604020202020204" pitchFamily="34" charset="0"/>
        <a:ea typeface="+mn-ea"/>
        <a:cs typeface="+mn-cs"/>
      </a:defRPr>
    </a:lvl3pPr>
    <a:lvl4pPr marL="6110605" lvl="3" indent="-4739005" algn="l" defTabSz="4073525" rtl="0" eaLnBrk="0" fontAlgn="base" latinLnBrk="0" hangingPunct="0">
      <a:lnSpc>
        <a:spcPct val="100000"/>
      </a:lnSpc>
      <a:spcBef>
        <a:spcPct val="0"/>
      </a:spcBef>
      <a:spcAft>
        <a:spcPct val="0"/>
      </a:spcAft>
      <a:buNone/>
      <a:defRPr sz="8000" b="0" i="0" u="none" kern="1200" baseline="0">
        <a:solidFill>
          <a:schemeClr val="tx1"/>
        </a:solidFill>
        <a:latin typeface="Arial" panose="020B0604020202020204" pitchFamily="34" charset="0"/>
        <a:ea typeface="+mn-ea"/>
        <a:cs typeface="+mn-cs"/>
      </a:defRPr>
    </a:lvl4pPr>
    <a:lvl5pPr marL="8147050" lvl="4" indent="-6318250" algn="l" defTabSz="4073525" rtl="0" eaLnBrk="0" fontAlgn="base" latinLnBrk="0" hangingPunct="0">
      <a:lnSpc>
        <a:spcPct val="100000"/>
      </a:lnSpc>
      <a:spcBef>
        <a:spcPct val="0"/>
      </a:spcBef>
      <a:spcAft>
        <a:spcPct val="0"/>
      </a:spcAft>
      <a:buNone/>
      <a:defRPr sz="8000" b="0" i="0" u="none" kern="1200" baseline="0">
        <a:solidFill>
          <a:schemeClr val="tx1"/>
        </a:solidFill>
        <a:latin typeface="Arial" panose="020B0604020202020204" pitchFamily="34" charset="0"/>
        <a:ea typeface="+mn-ea"/>
        <a:cs typeface="+mn-cs"/>
      </a:defRPr>
    </a:lvl5pPr>
    <a:lvl6pPr marL="2286000" lvl="5" indent="-6318250" algn="l" defTabSz="4073525" rtl="0" eaLnBrk="0" fontAlgn="base" latinLnBrk="0" hangingPunct="0">
      <a:lnSpc>
        <a:spcPct val="100000"/>
      </a:lnSpc>
      <a:spcBef>
        <a:spcPct val="0"/>
      </a:spcBef>
      <a:spcAft>
        <a:spcPct val="0"/>
      </a:spcAft>
      <a:buNone/>
      <a:defRPr sz="8000" b="0" i="0" u="none" kern="1200" baseline="0">
        <a:solidFill>
          <a:schemeClr val="tx1"/>
        </a:solidFill>
        <a:latin typeface="Arial" panose="020B0604020202020204" pitchFamily="34" charset="0"/>
        <a:ea typeface="+mn-ea"/>
        <a:cs typeface="+mn-cs"/>
      </a:defRPr>
    </a:lvl6pPr>
    <a:lvl7pPr marL="2743200" lvl="6" indent="-6318250" algn="l" defTabSz="4073525" rtl="0" eaLnBrk="0" fontAlgn="base" latinLnBrk="0" hangingPunct="0">
      <a:lnSpc>
        <a:spcPct val="100000"/>
      </a:lnSpc>
      <a:spcBef>
        <a:spcPct val="0"/>
      </a:spcBef>
      <a:spcAft>
        <a:spcPct val="0"/>
      </a:spcAft>
      <a:buNone/>
      <a:defRPr sz="8000" b="0" i="0" u="none" kern="1200" baseline="0">
        <a:solidFill>
          <a:schemeClr val="tx1"/>
        </a:solidFill>
        <a:latin typeface="Arial" panose="020B0604020202020204" pitchFamily="34" charset="0"/>
        <a:ea typeface="+mn-ea"/>
        <a:cs typeface="+mn-cs"/>
      </a:defRPr>
    </a:lvl7pPr>
    <a:lvl8pPr marL="3200400" lvl="7" indent="-6318250" algn="l" defTabSz="4073525" rtl="0" eaLnBrk="0" fontAlgn="base" latinLnBrk="0" hangingPunct="0">
      <a:lnSpc>
        <a:spcPct val="100000"/>
      </a:lnSpc>
      <a:spcBef>
        <a:spcPct val="0"/>
      </a:spcBef>
      <a:spcAft>
        <a:spcPct val="0"/>
      </a:spcAft>
      <a:buNone/>
      <a:defRPr sz="8000" b="0" i="0" u="none" kern="1200" baseline="0">
        <a:solidFill>
          <a:schemeClr val="tx1"/>
        </a:solidFill>
        <a:latin typeface="Arial" panose="020B0604020202020204" pitchFamily="34" charset="0"/>
        <a:ea typeface="+mn-ea"/>
        <a:cs typeface="+mn-cs"/>
      </a:defRPr>
    </a:lvl8pPr>
    <a:lvl9pPr marL="3657600" lvl="8" indent="-6318250" algn="l" defTabSz="4073525" rtl="0" eaLnBrk="0" fontAlgn="base" latinLnBrk="0" hangingPunct="0">
      <a:lnSpc>
        <a:spcPct val="100000"/>
      </a:lnSpc>
      <a:spcBef>
        <a:spcPct val="0"/>
      </a:spcBef>
      <a:spcAft>
        <a:spcPct val="0"/>
      </a:spcAft>
      <a:buNone/>
      <a:defRPr sz="8000"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13041" userDrawn="1">
          <p15:clr>
            <a:srgbClr val="A4A3A4"/>
          </p15:clr>
        </p15:guide>
        <p15:guide id="2" pos="936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E1616"/>
    <a:srgbClr val="FC5D08"/>
    <a:srgbClr val="54040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浅色样式 1 - 强调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6645"/>
    <p:restoredTop sz="86379"/>
  </p:normalViewPr>
  <p:slideViewPr>
    <p:cSldViewPr showGuides="1">
      <p:cViewPr>
        <p:scale>
          <a:sx n="33" d="100"/>
          <a:sy n="33" d="100"/>
        </p:scale>
        <p:origin x="1195" y="-1853"/>
      </p:cViewPr>
      <p:guideLst>
        <p:guide orient="horz" pos="13041"/>
        <p:guide pos="9367"/>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6888"/>
          </a:xfrm>
          <a:prstGeom prst="rect">
            <a:avLst/>
          </a:prstGeom>
        </p:spPr>
        <p:txBody>
          <a:bodyPr vert="horz" lIns="92034" tIns="46017" rIns="92034" bIns="46017" rtlCol="0"/>
          <a:lstStyle>
            <a:lvl1pPr algn="l" defTabSz="4100195" eaLnBrk="1" fontAlgn="auto" hangingPunct="1">
              <a:spcBef>
                <a:spcPts val="0"/>
              </a:spcBef>
              <a:spcAft>
                <a:spcPts val="0"/>
              </a:spcAft>
              <a:defRPr sz="1200">
                <a:latin typeface="+mn-lt"/>
              </a:defRPr>
            </a:lvl1pPr>
          </a:lstStyle>
          <a:p>
            <a:pPr marL="0" marR="0" lvl="0" indent="0" algn="l" defTabSz="4100195" rtl="0" eaLnBrk="1" fontAlgn="auto" latinLnBrk="0" hangingPunct="1">
              <a:lnSpc>
                <a:spcPct val="100000"/>
              </a:lnSpc>
              <a:spcBef>
                <a:spcPts val="0"/>
              </a:spcBef>
              <a:spcAft>
                <a:spcPts val="0"/>
              </a:spcAft>
              <a:buClrTx/>
              <a:buSzTx/>
              <a:buFontTx/>
              <a:buNone/>
              <a:defRPr/>
            </a:pPr>
            <a:endParaRPr kumimoji="0" lang="en-AU" sz="1200" b="0" i="0" u="none" strike="noStrike" kern="1200" cap="none" spc="0" normalizeH="0" baseline="0" noProof="0">
              <a:ln>
                <a:noFill/>
              </a:ln>
              <a:solidFill>
                <a:schemeClr val="tx1"/>
              </a:solidFill>
              <a:effectLst/>
              <a:uLnTx/>
              <a:uFillTx/>
              <a:latin typeface="+mn-lt"/>
              <a:ea typeface="+mn-ea"/>
              <a:cs typeface="+mn-cs"/>
            </a:endParaRPr>
          </a:p>
        </p:txBody>
      </p:sp>
      <p:sp>
        <p:nvSpPr>
          <p:cNvPr id="3" name="Date Placeholder 2"/>
          <p:cNvSpPr>
            <a:spLocks noGrp="1"/>
          </p:cNvSpPr>
          <p:nvPr>
            <p:ph type="dt" idx="1"/>
          </p:nvPr>
        </p:nvSpPr>
        <p:spPr>
          <a:xfrm>
            <a:off x="3851275" y="0"/>
            <a:ext cx="2946400" cy="496888"/>
          </a:xfrm>
          <a:prstGeom prst="rect">
            <a:avLst/>
          </a:prstGeom>
        </p:spPr>
        <p:txBody>
          <a:bodyPr vert="horz" lIns="92034" tIns="46017" rIns="92034" bIns="46017" rtlCol="0"/>
          <a:lstStyle>
            <a:lvl1pPr algn="r" defTabSz="4100195" eaLnBrk="1" fontAlgn="auto" hangingPunct="1">
              <a:spcBef>
                <a:spcPts val="0"/>
              </a:spcBef>
              <a:spcAft>
                <a:spcPts val="0"/>
              </a:spcAft>
              <a:defRPr sz="1200">
                <a:latin typeface="+mn-lt"/>
              </a:defRPr>
            </a:lvl1pPr>
          </a:lstStyle>
          <a:p>
            <a:pPr marL="0" marR="0" lvl="0" indent="0" algn="r" defTabSz="4100195" rtl="0" eaLnBrk="1" fontAlgn="auto" latinLnBrk="0" hangingPunct="1">
              <a:lnSpc>
                <a:spcPct val="100000"/>
              </a:lnSpc>
              <a:spcBef>
                <a:spcPts val="0"/>
              </a:spcBef>
              <a:spcAft>
                <a:spcPts val="0"/>
              </a:spcAft>
              <a:buClrTx/>
              <a:buSzTx/>
              <a:buFontTx/>
              <a:buNone/>
              <a:defRPr/>
            </a:pPr>
            <a:fld id="{9ECD4099-2D7D-4AD9-ADBA-8C8FE8D5BBB1}" type="datetimeFigureOut">
              <a:rPr kumimoji="0" lang="en-AU" sz="1200" b="0" i="0" u="none" strike="noStrike" kern="1200" cap="none" spc="0" normalizeH="0" baseline="0" noProof="0">
                <a:ln>
                  <a:noFill/>
                </a:ln>
                <a:solidFill>
                  <a:schemeClr val="tx1"/>
                </a:solidFill>
                <a:effectLst/>
                <a:uLnTx/>
                <a:uFillTx/>
                <a:latin typeface="+mn-lt"/>
                <a:ea typeface="+mn-ea"/>
                <a:cs typeface="+mn-cs"/>
              </a:rPr>
              <a:t>20/01/2026</a:t>
            </a:fld>
            <a:endParaRPr kumimoji="0" lang="en-AU" sz="1200" b="0" i="0" u="none" strike="noStrike" kern="1200" cap="none" spc="0" normalizeH="0" baseline="0" noProof="0">
              <a:ln>
                <a:noFill/>
              </a:ln>
              <a:solidFill>
                <a:schemeClr val="tx1"/>
              </a:solidFill>
              <a:effectLst/>
              <a:uLnTx/>
              <a:uFillTx/>
              <a:latin typeface="+mn-lt"/>
              <a:ea typeface="+mn-ea"/>
              <a:cs typeface="+mn-cs"/>
            </a:endParaRPr>
          </a:p>
        </p:txBody>
      </p:sp>
      <p:sp>
        <p:nvSpPr>
          <p:cNvPr id="4" name="Slide Image Placeholder 3"/>
          <p:cNvSpPr>
            <a:spLocks noGrp="1" noRot="1" noChangeAspect="1"/>
          </p:cNvSpPr>
          <p:nvPr>
            <p:ph type="sldImg" idx="2"/>
          </p:nvPr>
        </p:nvSpPr>
        <p:spPr>
          <a:xfrm>
            <a:off x="2057400" y="746125"/>
            <a:ext cx="2684463" cy="3721100"/>
          </a:xfrm>
          <a:prstGeom prst="rect">
            <a:avLst/>
          </a:prstGeom>
          <a:noFill/>
          <a:ln w="12700">
            <a:solidFill>
              <a:prstClr val="black"/>
            </a:solidFill>
          </a:ln>
        </p:spPr>
        <p:txBody>
          <a:bodyPr vert="horz" lIns="92034" tIns="46017" rIns="92034" bIns="46017"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en-AU" sz="1200" b="0" i="0" u="none" strike="noStrike" kern="1200" cap="none" spc="0" normalizeH="0" baseline="0" noProof="0">
              <a:ln>
                <a:noFill/>
              </a:ln>
              <a:solidFill>
                <a:schemeClr val="tx1"/>
              </a:solidFill>
              <a:effectLst/>
              <a:uLnTx/>
              <a:uFillTx/>
              <a:latin typeface="+mn-lt"/>
              <a:ea typeface="+mn-ea"/>
              <a:cs typeface="+mn-cs"/>
            </a:endParaRPr>
          </a:p>
        </p:txBody>
      </p:sp>
      <p:sp>
        <p:nvSpPr>
          <p:cNvPr id="5" name="Notes Placeholder 4"/>
          <p:cNvSpPr>
            <a:spLocks noGrp="1"/>
          </p:cNvSpPr>
          <p:nvPr>
            <p:ph type="body" sz="quarter" idx="3"/>
          </p:nvPr>
        </p:nvSpPr>
        <p:spPr>
          <a:xfrm>
            <a:off x="681038" y="4716463"/>
            <a:ext cx="5437188" cy="4467225"/>
          </a:xfrm>
          <a:prstGeom prst="rect">
            <a:avLst/>
          </a:prstGeom>
        </p:spPr>
        <p:txBody>
          <a:bodyPr vert="horz" lIns="92034" tIns="46017" rIns="92034" bIns="46017"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Click to edit Master text styles</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Second level</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Third level</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Fourth level</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Fifth level</a:t>
            </a:r>
            <a:endParaRPr kumimoji="0" lang="en-AU" sz="1200" b="0" i="0" u="none" strike="noStrike" kern="1200" cap="none" spc="0" normalizeH="0" baseline="0" noProof="0">
              <a:ln>
                <a:noFill/>
              </a:ln>
              <a:solidFill>
                <a:schemeClr val="tx1"/>
              </a:solidFill>
              <a:effectLst/>
              <a:uLnTx/>
              <a:uFillTx/>
              <a:latin typeface="+mn-lt"/>
              <a:ea typeface="+mn-ea"/>
              <a:cs typeface="+mn-cs"/>
            </a:endParaRPr>
          </a:p>
        </p:txBody>
      </p:sp>
      <p:sp>
        <p:nvSpPr>
          <p:cNvPr id="6" name="Footer Placeholder 5"/>
          <p:cNvSpPr>
            <a:spLocks noGrp="1"/>
          </p:cNvSpPr>
          <p:nvPr>
            <p:ph type="ftr" sz="quarter" idx="4"/>
          </p:nvPr>
        </p:nvSpPr>
        <p:spPr>
          <a:xfrm>
            <a:off x="0" y="9431338"/>
            <a:ext cx="2946400" cy="496888"/>
          </a:xfrm>
          <a:prstGeom prst="rect">
            <a:avLst/>
          </a:prstGeom>
        </p:spPr>
        <p:txBody>
          <a:bodyPr vert="horz" lIns="92034" tIns="46017" rIns="92034" bIns="46017" rtlCol="0" anchor="b"/>
          <a:lstStyle>
            <a:lvl1pPr algn="l" defTabSz="4100195" eaLnBrk="1" fontAlgn="auto" hangingPunct="1">
              <a:spcBef>
                <a:spcPts val="0"/>
              </a:spcBef>
              <a:spcAft>
                <a:spcPts val="0"/>
              </a:spcAft>
              <a:defRPr sz="1200">
                <a:latin typeface="+mn-lt"/>
              </a:defRPr>
            </a:lvl1pPr>
          </a:lstStyle>
          <a:p>
            <a:pPr marL="0" marR="0" lvl="0" indent="0" algn="l" defTabSz="4100195" rtl="0" eaLnBrk="1" fontAlgn="auto" latinLnBrk="0" hangingPunct="1">
              <a:lnSpc>
                <a:spcPct val="100000"/>
              </a:lnSpc>
              <a:spcBef>
                <a:spcPts val="0"/>
              </a:spcBef>
              <a:spcAft>
                <a:spcPts val="0"/>
              </a:spcAft>
              <a:buClrTx/>
              <a:buSzTx/>
              <a:buFontTx/>
              <a:buNone/>
              <a:defRPr/>
            </a:pPr>
            <a:endParaRPr kumimoji="0" lang="en-AU" sz="1200" b="0" i="0" u="none" strike="noStrike" kern="1200" cap="none" spc="0" normalizeH="0" baseline="0" noProof="0">
              <a:ln>
                <a:noFill/>
              </a:ln>
              <a:solidFill>
                <a:schemeClr val="tx1"/>
              </a:solidFill>
              <a:effectLst/>
              <a:uLnTx/>
              <a:uFillTx/>
              <a:latin typeface="+mn-lt"/>
              <a:ea typeface="+mn-ea"/>
              <a:cs typeface="+mn-cs"/>
            </a:endParaRPr>
          </a:p>
        </p:txBody>
      </p:sp>
      <p:sp>
        <p:nvSpPr>
          <p:cNvPr id="7" name="Slide Number Placeholder 6"/>
          <p:cNvSpPr>
            <a:spLocks noGrp="1"/>
          </p:cNvSpPr>
          <p:nvPr>
            <p:ph type="sldNum" sz="quarter" idx="5"/>
          </p:nvPr>
        </p:nvSpPr>
        <p:spPr>
          <a:xfrm>
            <a:off x="3851275" y="9431338"/>
            <a:ext cx="2946400" cy="496888"/>
          </a:xfrm>
          <a:prstGeom prst="rect">
            <a:avLst/>
          </a:prstGeom>
        </p:spPr>
        <p:txBody>
          <a:bodyPr vert="horz" wrap="square" lIns="92034" tIns="46017" rIns="92034" bIns="46017" numCol="1" anchor="b" anchorCtr="0" compatLnSpc="1"/>
          <a:lstStyle/>
          <a:p>
            <a:pPr lvl="0" algn="r" defTabSz="4098925" eaLnBrk="1" hangingPunct="1">
              <a:buNone/>
            </a:pPr>
            <a:fld id="{9A0DB2DC-4C9A-4742-B13C-FB6460FD3503}" type="slidenum">
              <a:rPr lang="en-AU" altLang="en-US" sz="1200" dirty="0">
                <a:latin typeface="Calibri" panose="020F0502020204030204" charset="0"/>
              </a:rPr>
              <a:t>‹#›</a:t>
            </a:fld>
            <a:endParaRPr lang="en-AU" altLang="en-US" sz="1200" dirty="0">
              <a:latin typeface="Calibri" panose="020F050202020403020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Image Placeholder 1"/>
          <p:cNvSpPr>
            <a:spLocks noGrp="1" noRot="1" noChangeAspect="1" noTextEdit="1"/>
          </p:cNvSpPr>
          <p:nvPr>
            <p:ph type="sldImg"/>
          </p:nvPr>
        </p:nvSpPr>
        <p:spPr>
          <a:ln>
            <a:solidFill>
              <a:srgbClr val="000000">
                <a:alpha val="100000"/>
              </a:srgbClr>
            </a:solidFill>
            <a:miter lim="800000"/>
          </a:ln>
        </p:spPr>
      </p:sp>
      <p:sp>
        <p:nvSpPr>
          <p:cNvPr id="4099" name="Notes Placeholder 2"/>
          <p:cNvSpPr>
            <a:spLocks noGrp="1"/>
          </p:cNvSpPr>
          <p:nvPr>
            <p:ph type="body" idx="1"/>
          </p:nvPr>
        </p:nvSpPr>
        <p:spPr>
          <a:xfrm>
            <a:off x="681038" y="4716463"/>
            <a:ext cx="5437187" cy="4467225"/>
          </a:xfrm>
          <a:noFill/>
          <a:ln>
            <a:noFill/>
          </a:ln>
        </p:spPr>
        <p:txBody>
          <a:bodyPr wrap="square" lIns="92034" tIns="46017" rIns="92034" bIns="46017" anchor="t" anchorCtr="0"/>
          <a:lstStyle/>
          <a:p>
            <a:pPr lvl="0"/>
            <a:endParaRPr lang="en-US" altLang="en-US" dirty="0"/>
          </a:p>
        </p:txBody>
      </p:sp>
      <p:sp>
        <p:nvSpPr>
          <p:cNvPr id="4100" name="Slide Number Placeholder 3"/>
          <p:cNvSpPr txBox="1">
            <a:spLocks noGrp="1"/>
          </p:cNvSpPr>
          <p:nvPr>
            <p:ph type="sldNum" sz="quarter"/>
          </p:nvPr>
        </p:nvSpPr>
        <p:spPr>
          <a:xfrm>
            <a:off x="3851275" y="9431338"/>
            <a:ext cx="2946400" cy="496887"/>
          </a:xfrm>
          <a:prstGeom prst="rect">
            <a:avLst/>
          </a:prstGeom>
          <a:noFill/>
          <a:ln w="9525">
            <a:noFill/>
          </a:ln>
        </p:spPr>
        <p:txBody>
          <a:bodyPr lIns="92034" tIns="46017" rIns="92034" bIns="46017" anchor="b" anchorCtr="0"/>
          <a:lstStyle/>
          <a:p>
            <a:pPr lvl="0" algn="r" defTabSz="4098925" eaLnBrk="1" hangingPunct="1"/>
            <a:fld id="{9A0DB2DC-4C9A-4742-B13C-FB6460FD3503}" type="slidenum">
              <a:rPr lang="en-AU" altLang="en-US" sz="1200" dirty="0">
                <a:latin typeface="Calibri" panose="020F0502020204030204" charset="0"/>
              </a:rPr>
              <a:t>1</a:t>
            </a:fld>
            <a:endParaRPr lang="en-AU" altLang="en-US" sz="1200" dirty="0">
              <a:latin typeface="Calibri" panose="020F050202020403020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15" name="Text Placeholder 13"/>
          <p:cNvSpPr>
            <a:spLocks noGrp="1"/>
          </p:cNvSpPr>
          <p:nvPr>
            <p:ph type="body" sz="quarter" idx="10"/>
          </p:nvPr>
        </p:nvSpPr>
        <p:spPr>
          <a:xfrm>
            <a:off x="467942" y="540347"/>
            <a:ext cx="28800000" cy="1440160"/>
          </a:xfrm>
          <a:prstGeom prst="rect">
            <a:avLst/>
          </a:prstGeom>
        </p:spPr>
        <p:txBody>
          <a:bodyPr lIns="36000" rIns="36000" anchor="ctr" anchorCtr="0">
            <a:normAutofit/>
          </a:bodyPr>
          <a:lstStyle>
            <a:lvl1pPr marL="0" indent="0" algn="ctr">
              <a:buFontTx/>
              <a:buNone/>
              <a:defRPr sz="6700" b="1" baseline="0"/>
            </a:lvl1pPr>
          </a:lstStyle>
          <a:p>
            <a:pPr lvl="0"/>
            <a:r>
              <a:rPr lang="en-US" dirty="0"/>
              <a:t>Click to edit Master text styles</a:t>
            </a:r>
          </a:p>
        </p:txBody>
      </p:sp>
      <p:sp>
        <p:nvSpPr>
          <p:cNvPr id="13" name="Picture Placeholder 12"/>
          <p:cNvSpPr>
            <a:spLocks noGrp="1"/>
          </p:cNvSpPr>
          <p:nvPr>
            <p:ph type="pic" sz="quarter" idx="13"/>
          </p:nvPr>
        </p:nvSpPr>
        <p:spPr>
          <a:xfrm>
            <a:off x="24950738" y="540348"/>
            <a:ext cx="4392612" cy="4249141"/>
          </a:xfrm>
          <a:prstGeom prst="rect">
            <a:avLst/>
          </a:prstGeom>
        </p:spPr>
        <p:txBody>
          <a:bodyPr anchor="ctr"/>
          <a:lstStyle>
            <a:lvl1pPr marL="0" indent="0" algn="ctr">
              <a:buFontTx/>
              <a:buNone/>
              <a:defRPr sz="5400"/>
            </a:lvl1pPr>
          </a:lstStyle>
          <a:p>
            <a:pPr marL="0" marR="0" lvl="0" indent="0" algn="ctr" defTabSz="4073525" rtl="0" eaLnBrk="0" fontAlgn="base" latinLnBrk="0" hangingPunct="0">
              <a:lnSpc>
                <a:spcPct val="100000"/>
              </a:lnSpc>
              <a:spcBef>
                <a:spcPct val="20000"/>
              </a:spcBef>
              <a:spcAft>
                <a:spcPct val="0"/>
              </a:spcAft>
              <a:buClrTx/>
              <a:buSzTx/>
              <a:buFontTx/>
              <a:buNone/>
              <a:defRPr/>
            </a:pPr>
            <a:endParaRPr kumimoji="0" lang="en-AU" sz="5400" b="0" i="0" u="none" strike="noStrike" kern="1200" cap="none" spc="0" normalizeH="0" baseline="0" noProof="0" dirty="0">
              <a:ln>
                <a:noFill/>
              </a:ln>
              <a:solidFill>
                <a:schemeClr val="tx1"/>
              </a:solidFill>
              <a:effectLst/>
              <a:uLnTx/>
              <a:uFillTx/>
              <a:latin typeface="+mn-lt"/>
              <a:ea typeface="+mn-ea"/>
              <a:cs typeface="+mn-cs"/>
            </a:endParaRPr>
          </a:p>
        </p:txBody>
      </p:sp>
      <p:sp>
        <p:nvSpPr>
          <p:cNvPr id="16" name="Picture Placeholder 12"/>
          <p:cNvSpPr>
            <a:spLocks noGrp="1"/>
          </p:cNvSpPr>
          <p:nvPr>
            <p:ph type="pic" sz="quarter" idx="14"/>
          </p:nvPr>
        </p:nvSpPr>
        <p:spPr>
          <a:xfrm>
            <a:off x="15301590" y="38848605"/>
            <a:ext cx="2520280" cy="2160241"/>
          </a:xfrm>
          <a:prstGeom prst="rect">
            <a:avLst/>
          </a:prstGeom>
        </p:spPr>
        <p:txBody>
          <a:bodyPr anchor="ctr"/>
          <a:lstStyle>
            <a:lvl1pPr marL="0" indent="0" algn="ctr">
              <a:buFontTx/>
              <a:buNone/>
              <a:defRPr sz="5400"/>
            </a:lvl1pPr>
          </a:lstStyle>
          <a:p>
            <a:pPr marL="0" marR="0" lvl="0" indent="0" algn="ctr" defTabSz="4073525" rtl="0" eaLnBrk="0" fontAlgn="base" latinLnBrk="0" hangingPunct="0">
              <a:lnSpc>
                <a:spcPct val="100000"/>
              </a:lnSpc>
              <a:spcBef>
                <a:spcPct val="20000"/>
              </a:spcBef>
              <a:spcAft>
                <a:spcPct val="0"/>
              </a:spcAft>
              <a:buClrTx/>
              <a:buSzTx/>
              <a:buFontTx/>
              <a:buNone/>
              <a:defRPr/>
            </a:pPr>
            <a:r>
              <a:rPr kumimoji="0" lang="en-US" sz="5400" b="0" i="0" u="none" strike="noStrike" kern="1200" cap="none" spc="0" normalizeH="0" baseline="0" noProof="0" dirty="0">
                <a:ln>
                  <a:noFill/>
                </a:ln>
                <a:solidFill>
                  <a:schemeClr val="tx1"/>
                </a:solidFill>
                <a:effectLst/>
                <a:uLnTx/>
                <a:uFillTx/>
                <a:latin typeface="+mn-lt"/>
                <a:ea typeface="+mn-ea"/>
                <a:cs typeface="+mn-cs"/>
              </a:rPr>
              <a:t>Click icon to add picture</a:t>
            </a:r>
            <a:endParaRPr kumimoji="0" lang="en-AU" sz="5400" b="0" i="0" u="none" strike="noStrike" kern="1200" cap="none" spc="0" normalizeH="0" baseline="0" noProof="0" dirty="0">
              <a:ln>
                <a:noFill/>
              </a:ln>
              <a:solidFill>
                <a:schemeClr val="tx1"/>
              </a:solidFill>
              <a:effectLst/>
              <a:uLnTx/>
              <a:uFillTx/>
              <a:latin typeface="+mn-lt"/>
              <a:ea typeface="+mn-ea"/>
              <a:cs typeface="+mn-cs"/>
            </a:endParaRPr>
          </a:p>
        </p:txBody>
      </p:sp>
      <p:sp>
        <p:nvSpPr>
          <p:cNvPr id="17" name="Picture Placeholder 12"/>
          <p:cNvSpPr>
            <a:spLocks noGrp="1"/>
          </p:cNvSpPr>
          <p:nvPr>
            <p:ph type="pic" sz="quarter" idx="15"/>
          </p:nvPr>
        </p:nvSpPr>
        <p:spPr>
          <a:xfrm>
            <a:off x="9972998" y="38848605"/>
            <a:ext cx="2520280" cy="2160241"/>
          </a:xfrm>
          <a:prstGeom prst="rect">
            <a:avLst/>
          </a:prstGeom>
        </p:spPr>
        <p:txBody>
          <a:bodyPr anchor="ctr"/>
          <a:lstStyle>
            <a:lvl1pPr marL="0" indent="0" algn="ctr">
              <a:buFontTx/>
              <a:buNone/>
              <a:defRPr sz="5400"/>
            </a:lvl1pPr>
          </a:lstStyle>
          <a:p>
            <a:pPr marL="0" marR="0" lvl="0" indent="0" algn="ctr" defTabSz="4073525" rtl="0" eaLnBrk="0" fontAlgn="base" latinLnBrk="0" hangingPunct="0">
              <a:lnSpc>
                <a:spcPct val="100000"/>
              </a:lnSpc>
              <a:spcBef>
                <a:spcPct val="20000"/>
              </a:spcBef>
              <a:spcAft>
                <a:spcPct val="0"/>
              </a:spcAft>
              <a:buClrTx/>
              <a:buSzTx/>
              <a:buFontTx/>
              <a:buNone/>
              <a:defRPr/>
            </a:pPr>
            <a:r>
              <a:rPr kumimoji="0" lang="en-US" sz="5400" b="0" i="0" u="none" strike="noStrike" kern="1200" cap="none" spc="0" normalizeH="0" baseline="0" noProof="0" dirty="0">
                <a:ln>
                  <a:noFill/>
                </a:ln>
                <a:solidFill>
                  <a:schemeClr val="tx1"/>
                </a:solidFill>
                <a:effectLst/>
                <a:uLnTx/>
                <a:uFillTx/>
                <a:latin typeface="+mn-lt"/>
                <a:ea typeface="+mn-ea"/>
                <a:cs typeface="+mn-cs"/>
              </a:rPr>
              <a:t>Click icon to add picture</a:t>
            </a:r>
            <a:endParaRPr kumimoji="0" lang="en-AU" sz="5400" b="0" i="0" u="none" strike="noStrike" kern="1200" cap="none" spc="0" normalizeH="0" baseline="0" noProof="0" dirty="0">
              <a:ln>
                <a:noFill/>
              </a:ln>
              <a:solidFill>
                <a:schemeClr val="tx1"/>
              </a:solidFill>
              <a:effectLst/>
              <a:uLnTx/>
              <a:uFillTx/>
              <a:latin typeface="+mn-lt"/>
              <a:ea typeface="+mn-ea"/>
              <a:cs typeface="+mn-cs"/>
            </a:endParaRPr>
          </a:p>
        </p:txBody>
      </p:sp>
      <p:sp>
        <p:nvSpPr>
          <p:cNvPr id="18" name="Picture Placeholder 12"/>
          <p:cNvSpPr>
            <a:spLocks noGrp="1"/>
          </p:cNvSpPr>
          <p:nvPr>
            <p:ph type="pic" sz="quarter" idx="16"/>
          </p:nvPr>
        </p:nvSpPr>
        <p:spPr>
          <a:xfrm>
            <a:off x="12637294" y="38848605"/>
            <a:ext cx="2520280" cy="2160241"/>
          </a:xfrm>
          <a:prstGeom prst="rect">
            <a:avLst/>
          </a:prstGeom>
        </p:spPr>
        <p:txBody>
          <a:bodyPr anchor="ctr"/>
          <a:lstStyle>
            <a:lvl1pPr marL="0" indent="0" algn="ctr">
              <a:buFontTx/>
              <a:buNone/>
              <a:defRPr sz="5400"/>
            </a:lvl1pPr>
          </a:lstStyle>
          <a:p>
            <a:pPr marL="0" marR="0" lvl="0" indent="0" algn="ctr" defTabSz="4073525" rtl="0" eaLnBrk="0" fontAlgn="base" latinLnBrk="0" hangingPunct="0">
              <a:lnSpc>
                <a:spcPct val="100000"/>
              </a:lnSpc>
              <a:spcBef>
                <a:spcPct val="20000"/>
              </a:spcBef>
              <a:spcAft>
                <a:spcPct val="0"/>
              </a:spcAft>
              <a:buClrTx/>
              <a:buSzTx/>
              <a:buFontTx/>
              <a:buNone/>
              <a:defRPr/>
            </a:pPr>
            <a:r>
              <a:rPr kumimoji="0" lang="en-US" sz="5400" b="0" i="0" u="none" strike="noStrike" kern="1200" cap="none" spc="0" normalizeH="0" baseline="0" noProof="0" dirty="0">
                <a:ln>
                  <a:noFill/>
                </a:ln>
                <a:solidFill>
                  <a:schemeClr val="tx1"/>
                </a:solidFill>
                <a:effectLst/>
                <a:uLnTx/>
                <a:uFillTx/>
                <a:latin typeface="+mn-lt"/>
                <a:ea typeface="+mn-ea"/>
                <a:cs typeface="+mn-cs"/>
              </a:rPr>
              <a:t>Click icon to add picture</a:t>
            </a:r>
            <a:endParaRPr kumimoji="0" lang="en-AU" sz="5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16" descr="Mon_Engineering_RGB"/>
          <p:cNvPicPr>
            <a:picLocks noChangeAspect="1"/>
          </p:cNvPicPr>
          <p:nvPr userDrawn="1"/>
        </p:nvPicPr>
        <p:blipFill>
          <a:blip r:embed="rId3"/>
          <a:stretch>
            <a:fillRect/>
          </a:stretch>
        </p:blipFill>
        <p:spPr>
          <a:xfrm>
            <a:off x="273050" y="38782625"/>
            <a:ext cx="9628188" cy="2514600"/>
          </a:xfrm>
          <a:prstGeom prst="rect">
            <a:avLst/>
          </a:prstGeom>
          <a:noFill/>
          <a:ln w="9525">
            <a:noFill/>
          </a:ln>
        </p:spPr>
      </p:pic>
      <p:cxnSp>
        <p:nvCxnSpPr>
          <p:cNvPr id="8" name="Straight Connector 7"/>
          <p:cNvCxnSpPr/>
          <p:nvPr/>
        </p:nvCxnSpPr>
        <p:spPr>
          <a:xfrm>
            <a:off x="539750" y="38704838"/>
            <a:ext cx="28800425" cy="0"/>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539750" y="539750"/>
            <a:ext cx="28800425" cy="0"/>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029" name="Rectangle 13"/>
          <p:cNvSpPr>
            <a:spLocks noChangeArrowheads="1"/>
          </p:cNvSpPr>
          <p:nvPr/>
        </p:nvSpPr>
        <p:spPr bwMode="auto">
          <a:xfrm>
            <a:off x="903288" y="5005388"/>
            <a:ext cx="28079700" cy="576263"/>
          </a:xfrm>
          <a:prstGeom prst="rect">
            <a:avLst/>
          </a:prstGeom>
          <a:solidFill>
            <a:srgbClr val="DF8E05"/>
          </a:solidFill>
          <a:ln>
            <a:noFill/>
          </a:ln>
        </p:spPr>
        <p:txBody>
          <a:bodyPr wrap="none" lIns="247193" tIns="123596" rIns="247193" bIns="123596" anchor="ctr"/>
          <a:lstStyle>
            <a:lvl1pPr>
              <a:defRPr sz="8000">
                <a:solidFill>
                  <a:schemeClr val="tx1"/>
                </a:solidFill>
                <a:latin typeface="Arial" panose="020B0604020202020204" pitchFamily="34" charset="0"/>
              </a:defRPr>
            </a:lvl1pPr>
            <a:lvl2pPr marL="742950" indent="-285750">
              <a:defRPr sz="8000">
                <a:solidFill>
                  <a:schemeClr val="tx1"/>
                </a:solidFill>
                <a:latin typeface="Arial" panose="020B0604020202020204" pitchFamily="34" charset="0"/>
              </a:defRPr>
            </a:lvl2pPr>
            <a:lvl3pPr marL="1143000" indent="-228600">
              <a:defRPr sz="8000">
                <a:solidFill>
                  <a:schemeClr val="tx1"/>
                </a:solidFill>
                <a:latin typeface="Arial" panose="020B0604020202020204" pitchFamily="34" charset="0"/>
              </a:defRPr>
            </a:lvl3pPr>
            <a:lvl4pPr marL="1600200" indent="-228600">
              <a:defRPr sz="8000">
                <a:solidFill>
                  <a:schemeClr val="tx1"/>
                </a:solidFill>
                <a:latin typeface="Arial" panose="020B0604020202020204" pitchFamily="34" charset="0"/>
              </a:defRPr>
            </a:lvl4pPr>
            <a:lvl5pPr marL="2057400" indent="-228600">
              <a:defRPr sz="8000">
                <a:solidFill>
                  <a:schemeClr val="tx1"/>
                </a:solidFill>
                <a:latin typeface="Arial" panose="020B0604020202020204" pitchFamily="34" charset="0"/>
              </a:defRPr>
            </a:lvl5pPr>
            <a:lvl6pPr marL="2514600" indent="-228600" defTabSz="4073525" eaLnBrk="0" fontAlgn="base" hangingPunct="0">
              <a:spcBef>
                <a:spcPct val="0"/>
              </a:spcBef>
              <a:spcAft>
                <a:spcPct val="0"/>
              </a:spcAft>
              <a:defRPr sz="8000">
                <a:solidFill>
                  <a:schemeClr val="tx1"/>
                </a:solidFill>
                <a:latin typeface="Arial" panose="020B0604020202020204" pitchFamily="34" charset="0"/>
              </a:defRPr>
            </a:lvl6pPr>
            <a:lvl7pPr marL="2971800" indent="-228600" defTabSz="4073525" eaLnBrk="0" fontAlgn="base" hangingPunct="0">
              <a:spcBef>
                <a:spcPct val="0"/>
              </a:spcBef>
              <a:spcAft>
                <a:spcPct val="0"/>
              </a:spcAft>
              <a:defRPr sz="8000">
                <a:solidFill>
                  <a:schemeClr val="tx1"/>
                </a:solidFill>
                <a:latin typeface="Arial" panose="020B0604020202020204" pitchFamily="34" charset="0"/>
              </a:defRPr>
            </a:lvl7pPr>
            <a:lvl8pPr marL="3429000" indent="-228600" defTabSz="4073525" eaLnBrk="0" fontAlgn="base" hangingPunct="0">
              <a:spcBef>
                <a:spcPct val="0"/>
              </a:spcBef>
              <a:spcAft>
                <a:spcPct val="0"/>
              </a:spcAft>
              <a:defRPr sz="8000">
                <a:solidFill>
                  <a:schemeClr val="tx1"/>
                </a:solidFill>
                <a:latin typeface="Arial" panose="020B0604020202020204" pitchFamily="34" charset="0"/>
              </a:defRPr>
            </a:lvl8pPr>
            <a:lvl9pPr marL="3886200" indent="-228600" defTabSz="4073525" eaLnBrk="0" fontAlgn="base" hangingPunct="0">
              <a:spcBef>
                <a:spcPct val="0"/>
              </a:spcBef>
              <a:spcAft>
                <a:spcPct val="0"/>
              </a:spcAft>
              <a:defRPr sz="8000">
                <a:solidFill>
                  <a:schemeClr val="tx1"/>
                </a:solidFill>
                <a:latin typeface="Arial" panose="020B0604020202020204" pitchFamily="34" charset="0"/>
              </a:defRPr>
            </a:lvl9pPr>
          </a:lstStyle>
          <a:p>
            <a:pPr marL="0" marR="0" lvl="0" indent="0" algn="l" defTabSz="4073525" rtl="0" eaLnBrk="1" fontAlgn="base" latinLnBrk="0" hangingPunct="1">
              <a:lnSpc>
                <a:spcPct val="100000"/>
              </a:lnSpc>
              <a:spcBef>
                <a:spcPct val="0"/>
              </a:spcBef>
              <a:spcAft>
                <a:spcPct val="0"/>
              </a:spcAft>
              <a:buClrTx/>
              <a:buSzTx/>
              <a:buFontTx/>
              <a:buNone/>
              <a:defRPr/>
            </a:pPr>
            <a:endParaRPr kumimoji="0" lang="en-AU" altLang="en-US" sz="8000" b="0" i="0" u="none" strike="noStrike" kern="1200" cap="none" spc="0" normalizeH="0" baseline="0" noProof="0">
              <a:ln>
                <a:noFill/>
              </a:ln>
              <a:solidFill>
                <a:schemeClr val="tx1"/>
              </a:solidFill>
              <a:effectLst/>
              <a:uLnTx/>
              <a:uFillTx/>
              <a:latin typeface="Calibri" panose="020F0502020204030204" charset="0"/>
              <a:ea typeface="+mn-ea"/>
              <a:cs typeface="+mn-cs"/>
            </a:endParaRPr>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4073525" rtl="0" eaLnBrk="0" fontAlgn="base" hangingPunct="0">
        <a:spcBef>
          <a:spcPct val="0"/>
        </a:spcBef>
        <a:spcAft>
          <a:spcPct val="0"/>
        </a:spcAft>
        <a:defRPr sz="19600" kern="1200">
          <a:solidFill>
            <a:schemeClr val="tx1"/>
          </a:solidFill>
          <a:latin typeface="+mj-lt"/>
          <a:ea typeface="+mj-ea"/>
          <a:cs typeface="+mj-cs"/>
        </a:defRPr>
      </a:lvl1pPr>
      <a:lvl2pPr algn="ctr" defTabSz="4073525" rtl="0" eaLnBrk="0" fontAlgn="base" hangingPunct="0">
        <a:spcBef>
          <a:spcPct val="0"/>
        </a:spcBef>
        <a:spcAft>
          <a:spcPct val="0"/>
        </a:spcAft>
        <a:defRPr sz="19600">
          <a:solidFill>
            <a:schemeClr val="tx1"/>
          </a:solidFill>
          <a:latin typeface="Calibri" panose="020F0502020204030204" charset="0"/>
        </a:defRPr>
      </a:lvl2pPr>
      <a:lvl3pPr algn="ctr" defTabSz="4073525" rtl="0" eaLnBrk="0" fontAlgn="base" hangingPunct="0">
        <a:spcBef>
          <a:spcPct val="0"/>
        </a:spcBef>
        <a:spcAft>
          <a:spcPct val="0"/>
        </a:spcAft>
        <a:defRPr sz="19600">
          <a:solidFill>
            <a:schemeClr val="tx1"/>
          </a:solidFill>
          <a:latin typeface="Calibri" panose="020F0502020204030204" charset="0"/>
        </a:defRPr>
      </a:lvl3pPr>
      <a:lvl4pPr algn="ctr" defTabSz="4073525" rtl="0" eaLnBrk="0" fontAlgn="base" hangingPunct="0">
        <a:spcBef>
          <a:spcPct val="0"/>
        </a:spcBef>
        <a:spcAft>
          <a:spcPct val="0"/>
        </a:spcAft>
        <a:defRPr sz="19600">
          <a:solidFill>
            <a:schemeClr val="tx1"/>
          </a:solidFill>
          <a:latin typeface="Calibri" panose="020F0502020204030204" charset="0"/>
        </a:defRPr>
      </a:lvl4pPr>
      <a:lvl5pPr algn="ctr" defTabSz="4073525" rtl="0" eaLnBrk="0" fontAlgn="base" hangingPunct="0">
        <a:spcBef>
          <a:spcPct val="0"/>
        </a:spcBef>
        <a:spcAft>
          <a:spcPct val="0"/>
        </a:spcAft>
        <a:defRPr sz="19600">
          <a:solidFill>
            <a:schemeClr val="tx1"/>
          </a:solidFill>
          <a:latin typeface="Calibri" panose="020F0502020204030204" charset="0"/>
        </a:defRPr>
      </a:lvl5pPr>
      <a:lvl6pPr marL="457200" algn="ctr" defTabSz="4073525" rtl="0" fontAlgn="base">
        <a:spcBef>
          <a:spcPct val="0"/>
        </a:spcBef>
        <a:spcAft>
          <a:spcPct val="0"/>
        </a:spcAft>
        <a:defRPr sz="19600">
          <a:solidFill>
            <a:schemeClr val="tx1"/>
          </a:solidFill>
          <a:latin typeface="Calibri" panose="020F0502020204030204" charset="0"/>
        </a:defRPr>
      </a:lvl6pPr>
      <a:lvl7pPr marL="914400" algn="ctr" defTabSz="4073525" rtl="0" fontAlgn="base">
        <a:spcBef>
          <a:spcPct val="0"/>
        </a:spcBef>
        <a:spcAft>
          <a:spcPct val="0"/>
        </a:spcAft>
        <a:defRPr sz="19600">
          <a:solidFill>
            <a:schemeClr val="tx1"/>
          </a:solidFill>
          <a:latin typeface="Calibri" panose="020F0502020204030204" charset="0"/>
        </a:defRPr>
      </a:lvl7pPr>
      <a:lvl8pPr marL="1371600" algn="ctr" defTabSz="4073525" rtl="0" fontAlgn="base">
        <a:spcBef>
          <a:spcPct val="0"/>
        </a:spcBef>
        <a:spcAft>
          <a:spcPct val="0"/>
        </a:spcAft>
        <a:defRPr sz="19600">
          <a:solidFill>
            <a:schemeClr val="tx1"/>
          </a:solidFill>
          <a:latin typeface="Calibri" panose="020F0502020204030204" charset="0"/>
        </a:defRPr>
      </a:lvl8pPr>
      <a:lvl9pPr marL="1828800" algn="ctr" defTabSz="4073525" rtl="0" fontAlgn="base">
        <a:spcBef>
          <a:spcPct val="0"/>
        </a:spcBef>
        <a:spcAft>
          <a:spcPct val="0"/>
        </a:spcAft>
        <a:defRPr sz="19600">
          <a:solidFill>
            <a:schemeClr val="tx1"/>
          </a:solidFill>
          <a:latin typeface="Calibri" panose="020F0502020204030204" charset="0"/>
        </a:defRPr>
      </a:lvl9pPr>
    </p:titleStyle>
    <p:bodyStyle>
      <a:lvl1pPr marL="1527175" indent="-1527175" algn="l" defTabSz="4073525" rtl="0" eaLnBrk="0" fontAlgn="base" hangingPunct="0">
        <a:spcBef>
          <a:spcPct val="20000"/>
        </a:spcBef>
        <a:spcAft>
          <a:spcPct val="0"/>
        </a:spcAft>
        <a:buFont typeface="Arial" panose="020B0604020202020204" pitchFamily="34" charset="0"/>
        <a:buChar char="•"/>
        <a:defRPr sz="14300" kern="1200">
          <a:solidFill>
            <a:schemeClr val="tx1"/>
          </a:solidFill>
          <a:latin typeface="+mn-lt"/>
          <a:ea typeface="+mn-ea"/>
          <a:cs typeface="+mn-cs"/>
        </a:defRPr>
      </a:lvl1pPr>
      <a:lvl2pPr marL="3308350" indent="-1271905" algn="l" defTabSz="4073525" rtl="0" eaLnBrk="0" fontAlgn="base" hangingPunct="0">
        <a:spcBef>
          <a:spcPct val="20000"/>
        </a:spcBef>
        <a:spcAft>
          <a:spcPct val="0"/>
        </a:spcAft>
        <a:buFont typeface="Arial" panose="020B0604020202020204" pitchFamily="34" charset="0"/>
        <a:buChar char="–"/>
        <a:defRPr sz="12500" kern="1200">
          <a:solidFill>
            <a:schemeClr val="tx1"/>
          </a:solidFill>
          <a:latin typeface="+mn-lt"/>
          <a:ea typeface="+mn-ea"/>
          <a:cs typeface="+mn-cs"/>
        </a:defRPr>
      </a:lvl2pPr>
      <a:lvl3pPr marL="5091430" indent="-1017905" algn="l" defTabSz="4073525" rtl="0" eaLnBrk="0" fontAlgn="base" hangingPunct="0">
        <a:spcBef>
          <a:spcPct val="20000"/>
        </a:spcBef>
        <a:spcAft>
          <a:spcPct val="0"/>
        </a:spcAft>
        <a:buFont typeface="Arial" panose="020B0604020202020204" pitchFamily="34" charset="0"/>
        <a:buChar char="•"/>
        <a:defRPr sz="10700" kern="1200">
          <a:solidFill>
            <a:schemeClr val="tx1"/>
          </a:solidFill>
          <a:latin typeface="+mn-lt"/>
          <a:ea typeface="+mn-ea"/>
          <a:cs typeface="+mn-cs"/>
        </a:defRPr>
      </a:lvl3pPr>
      <a:lvl4pPr marL="7127875" indent="-1017905" algn="l" defTabSz="4073525" rtl="0" eaLnBrk="0" fontAlgn="base" hangingPunct="0">
        <a:spcBef>
          <a:spcPct val="20000"/>
        </a:spcBef>
        <a:spcAft>
          <a:spcPct val="0"/>
        </a:spcAft>
        <a:buFont typeface="Arial" panose="020B0604020202020204" pitchFamily="34" charset="0"/>
        <a:buChar char="–"/>
        <a:defRPr sz="8900" kern="1200">
          <a:solidFill>
            <a:schemeClr val="tx1"/>
          </a:solidFill>
          <a:latin typeface="+mn-lt"/>
          <a:ea typeface="+mn-ea"/>
          <a:cs typeface="+mn-cs"/>
        </a:defRPr>
      </a:lvl4pPr>
      <a:lvl5pPr marL="9164955" indent="-1017905" algn="l" defTabSz="4073525" rtl="0" eaLnBrk="0" fontAlgn="base" hangingPunct="0">
        <a:spcBef>
          <a:spcPct val="20000"/>
        </a:spcBef>
        <a:spcAft>
          <a:spcPct val="0"/>
        </a:spcAft>
        <a:buFont typeface="Arial" panose="020B0604020202020204" pitchFamily="34" charset="0"/>
        <a:buChar char="»"/>
        <a:defRPr sz="8900" kern="1200">
          <a:solidFill>
            <a:schemeClr val="tx1"/>
          </a:solidFill>
          <a:latin typeface="+mn-lt"/>
          <a:ea typeface="+mn-ea"/>
          <a:cs typeface="+mn-cs"/>
        </a:defRPr>
      </a:lvl5pPr>
      <a:lvl6pPr marL="11202035" indent="-1018540" algn="l" defTabSz="4073525" rtl="0" eaLnBrk="1" latinLnBrk="0" hangingPunct="1">
        <a:spcBef>
          <a:spcPct val="20000"/>
        </a:spcBef>
        <a:buFont typeface="Arial" panose="020B0604020202020204" pitchFamily="34" charset="0"/>
        <a:buChar char="•"/>
        <a:defRPr sz="8900" kern="1200">
          <a:solidFill>
            <a:schemeClr val="tx1"/>
          </a:solidFill>
          <a:latin typeface="+mn-lt"/>
          <a:ea typeface="+mn-ea"/>
          <a:cs typeface="+mn-cs"/>
        </a:defRPr>
      </a:lvl6pPr>
      <a:lvl7pPr marL="13239115" indent="-1018540" algn="l" defTabSz="4073525" rtl="0" eaLnBrk="1" latinLnBrk="0" hangingPunct="1">
        <a:spcBef>
          <a:spcPct val="20000"/>
        </a:spcBef>
        <a:buFont typeface="Arial" panose="020B0604020202020204" pitchFamily="34" charset="0"/>
        <a:buChar char="•"/>
        <a:defRPr sz="8900" kern="1200">
          <a:solidFill>
            <a:schemeClr val="tx1"/>
          </a:solidFill>
          <a:latin typeface="+mn-lt"/>
          <a:ea typeface="+mn-ea"/>
          <a:cs typeface="+mn-cs"/>
        </a:defRPr>
      </a:lvl7pPr>
      <a:lvl8pPr marL="15275560" indent="-1018540" algn="l" defTabSz="4073525" rtl="0" eaLnBrk="1" latinLnBrk="0" hangingPunct="1">
        <a:spcBef>
          <a:spcPct val="20000"/>
        </a:spcBef>
        <a:buFont typeface="Arial" panose="020B0604020202020204" pitchFamily="34" charset="0"/>
        <a:buChar char="•"/>
        <a:defRPr sz="8900" kern="1200">
          <a:solidFill>
            <a:schemeClr val="tx1"/>
          </a:solidFill>
          <a:latin typeface="+mn-lt"/>
          <a:ea typeface="+mn-ea"/>
          <a:cs typeface="+mn-cs"/>
        </a:defRPr>
      </a:lvl8pPr>
      <a:lvl9pPr marL="17312640" indent="-1018540" algn="l" defTabSz="4073525" rtl="0" eaLnBrk="1" latinLnBrk="0" hangingPunct="1">
        <a:spcBef>
          <a:spcPct val="20000"/>
        </a:spcBef>
        <a:buFont typeface="Arial" panose="020B0604020202020204" pitchFamily="34" charset="0"/>
        <a:buChar char="•"/>
        <a:defRPr sz="8900" kern="1200">
          <a:solidFill>
            <a:schemeClr val="tx1"/>
          </a:solidFill>
          <a:latin typeface="+mn-lt"/>
          <a:ea typeface="+mn-ea"/>
          <a:cs typeface="+mn-cs"/>
        </a:defRPr>
      </a:lvl9pPr>
    </p:bodyStyle>
    <p:otherStyle>
      <a:defPPr>
        <a:defRPr lang="en-US"/>
      </a:defPPr>
      <a:lvl1pPr marL="0" algn="l" defTabSz="4073525" rtl="0" eaLnBrk="1" latinLnBrk="0" hangingPunct="1">
        <a:defRPr sz="8000" kern="1200">
          <a:solidFill>
            <a:schemeClr val="tx1"/>
          </a:solidFill>
          <a:latin typeface="+mn-lt"/>
          <a:ea typeface="+mn-ea"/>
          <a:cs typeface="+mn-cs"/>
        </a:defRPr>
      </a:lvl1pPr>
      <a:lvl2pPr marL="2037080" algn="l" defTabSz="4073525" rtl="0" eaLnBrk="1" latinLnBrk="0" hangingPunct="1">
        <a:defRPr sz="8000" kern="1200">
          <a:solidFill>
            <a:schemeClr val="tx1"/>
          </a:solidFill>
          <a:latin typeface="+mn-lt"/>
          <a:ea typeface="+mn-ea"/>
          <a:cs typeface="+mn-cs"/>
        </a:defRPr>
      </a:lvl2pPr>
      <a:lvl3pPr marL="4073525" algn="l" defTabSz="4073525" rtl="0" eaLnBrk="1" latinLnBrk="0" hangingPunct="1">
        <a:defRPr sz="8000" kern="1200">
          <a:solidFill>
            <a:schemeClr val="tx1"/>
          </a:solidFill>
          <a:latin typeface="+mn-lt"/>
          <a:ea typeface="+mn-ea"/>
          <a:cs typeface="+mn-cs"/>
        </a:defRPr>
      </a:lvl3pPr>
      <a:lvl4pPr marL="6110605" algn="l" defTabSz="4073525" rtl="0" eaLnBrk="1" latinLnBrk="0" hangingPunct="1">
        <a:defRPr sz="8000" kern="1200">
          <a:solidFill>
            <a:schemeClr val="tx1"/>
          </a:solidFill>
          <a:latin typeface="+mn-lt"/>
          <a:ea typeface="+mn-ea"/>
          <a:cs typeface="+mn-cs"/>
        </a:defRPr>
      </a:lvl4pPr>
      <a:lvl5pPr marL="8147050" algn="l" defTabSz="4073525" rtl="0" eaLnBrk="1" latinLnBrk="0" hangingPunct="1">
        <a:defRPr sz="8000" kern="1200">
          <a:solidFill>
            <a:schemeClr val="tx1"/>
          </a:solidFill>
          <a:latin typeface="+mn-lt"/>
          <a:ea typeface="+mn-ea"/>
          <a:cs typeface="+mn-cs"/>
        </a:defRPr>
      </a:lvl5pPr>
      <a:lvl6pPr marL="10184130" algn="l" defTabSz="4073525" rtl="0" eaLnBrk="1" latinLnBrk="0" hangingPunct="1">
        <a:defRPr sz="8000" kern="1200">
          <a:solidFill>
            <a:schemeClr val="tx1"/>
          </a:solidFill>
          <a:latin typeface="+mn-lt"/>
          <a:ea typeface="+mn-ea"/>
          <a:cs typeface="+mn-cs"/>
        </a:defRPr>
      </a:lvl6pPr>
      <a:lvl7pPr marL="12220575" algn="l" defTabSz="4073525" rtl="0" eaLnBrk="1" latinLnBrk="0" hangingPunct="1">
        <a:defRPr sz="8000" kern="1200">
          <a:solidFill>
            <a:schemeClr val="tx1"/>
          </a:solidFill>
          <a:latin typeface="+mn-lt"/>
          <a:ea typeface="+mn-ea"/>
          <a:cs typeface="+mn-cs"/>
        </a:defRPr>
      </a:lvl7pPr>
      <a:lvl8pPr marL="14257655" algn="l" defTabSz="4073525" rtl="0" eaLnBrk="1" latinLnBrk="0" hangingPunct="1">
        <a:defRPr sz="8000" kern="1200">
          <a:solidFill>
            <a:schemeClr val="tx1"/>
          </a:solidFill>
          <a:latin typeface="+mn-lt"/>
          <a:ea typeface="+mn-ea"/>
          <a:cs typeface="+mn-cs"/>
        </a:defRPr>
      </a:lvl8pPr>
      <a:lvl9pPr marL="16294100" algn="l" defTabSz="4073525" rtl="0" eaLnBrk="1" latinLnBrk="0" hangingPunct="1">
        <a:defRPr sz="8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4" name="Text Placeholder 1"/>
          <p:cNvSpPr>
            <a:spLocks noGrp="1"/>
          </p:cNvSpPr>
          <p:nvPr>
            <p:ph type="body" sz="quarter" idx="10"/>
          </p:nvPr>
        </p:nvSpPr>
        <p:spPr>
          <a:xfrm>
            <a:off x="828675" y="628650"/>
            <a:ext cx="28798838" cy="1441450"/>
          </a:xfrm>
          <a:noFill/>
          <a:ln>
            <a:noFill/>
          </a:ln>
        </p:spPr>
        <p:txBody>
          <a:bodyPr lIns="36000" rIns="36000" anchor="ctr" anchorCtr="0">
            <a:noAutofit/>
          </a:bodyPr>
          <a:lstStyle/>
          <a:p>
            <a:r>
              <a:rPr lang="en-US" sz="6600" dirty="0"/>
              <a:t>Optimizing red and white wine quality prediction using hybrid ensemble learning and interpretable feature engineering</a:t>
            </a:r>
            <a:endParaRPr lang="en-AU" altLang="en-US" sz="6600" kern="1200" dirty="0">
              <a:latin typeface="+mn-lt"/>
              <a:ea typeface="+mn-ea"/>
              <a:cs typeface="+mn-cs"/>
            </a:endParaRPr>
          </a:p>
        </p:txBody>
      </p:sp>
      <p:pic>
        <p:nvPicPr>
          <p:cNvPr id="3075" name="Picture Placeholder 40" descr="Picture1.tif"/>
          <p:cNvPicPr>
            <a:picLocks noGrp="1" noChangeAspect="1"/>
          </p:cNvPicPr>
          <p:nvPr>
            <p:ph type="pic" sz="quarter" idx="13"/>
          </p:nvPr>
        </p:nvPicPr>
        <p:blipFill>
          <a:blip r:embed="rId3"/>
          <a:srcRect l="397" r="397"/>
          <a:stretch>
            <a:fillRect/>
          </a:stretch>
        </p:blipFill>
        <p:spPr>
          <a:xfrm>
            <a:off x="25871488" y="1220788"/>
            <a:ext cx="3040062" cy="2941637"/>
          </a:xfrm>
          <a:noFill/>
          <a:ln>
            <a:noFill/>
          </a:ln>
        </p:spPr>
      </p:pic>
      <p:sp>
        <p:nvSpPr>
          <p:cNvPr id="3076" name="Text Placeholder 2"/>
          <p:cNvSpPr txBox="1"/>
          <p:nvPr/>
        </p:nvSpPr>
        <p:spPr>
          <a:xfrm>
            <a:off x="3463913" y="2658024"/>
            <a:ext cx="22955274" cy="2679700"/>
          </a:xfrm>
          <a:prstGeom prst="rect">
            <a:avLst/>
          </a:prstGeom>
          <a:noFill/>
          <a:ln w="9525">
            <a:noFill/>
          </a:ln>
        </p:spPr>
        <p:txBody>
          <a:bodyPr/>
          <a:lstStyle/>
          <a:p>
            <a:pPr algn="ctr" eaLnBrk="1" hangingPunct="1">
              <a:spcBef>
                <a:spcPct val="20000"/>
              </a:spcBef>
            </a:pPr>
            <a:r>
              <a:rPr lang="en-US" sz="3600" b="1" i="1" dirty="0"/>
              <a:t>D.K.H. Dissanayake¹, B.T.G.S. Kumara²</a:t>
            </a:r>
            <a:br>
              <a:rPr lang="en-US" sz="3600" dirty="0"/>
            </a:br>
            <a:r>
              <a:rPr lang="en-US" sz="3200" b="1" dirty="0"/>
              <a:t>¹Department of Computing and Information Systems, Faculty Of Computing , Sabaragamuwa University of Sri Lanka</a:t>
            </a:r>
            <a:br>
              <a:rPr lang="en-US" sz="3200" b="1" dirty="0"/>
            </a:br>
            <a:r>
              <a:rPr lang="en-US" sz="3200" b="1" dirty="0"/>
              <a:t>²Department of Software Engineering, Faculty Of Computing , Sabaragamuwa University of Sri Lanka</a:t>
            </a:r>
            <a:endParaRPr lang="en-US" sz="3600" b="1" dirty="0"/>
          </a:p>
          <a:p>
            <a:pPr algn="ctr" eaLnBrk="1" hangingPunct="1">
              <a:spcBef>
                <a:spcPct val="20000"/>
              </a:spcBef>
            </a:pPr>
            <a:r>
              <a:rPr lang="en-US" sz="3200" b="1" i="1" dirty="0"/>
              <a:t>dkhdissanayake@std.appsc.sab.ac.lk</a:t>
            </a:r>
            <a:endParaRPr lang="en-AU" altLang="en-US" sz="3200" b="1" dirty="0">
              <a:latin typeface="Calibri" panose="020F0502020204030204" charset="0"/>
            </a:endParaRPr>
          </a:p>
        </p:txBody>
      </p:sp>
      <p:sp>
        <p:nvSpPr>
          <p:cNvPr id="3077" name="Rectangle 13"/>
          <p:cNvSpPr/>
          <p:nvPr/>
        </p:nvSpPr>
        <p:spPr>
          <a:xfrm>
            <a:off x="828675" y="5940425"/>
            <a:ext cx="28154313" cy="4679950"/>
          </a:xfrm>
          <a:prstGeom prst="rect">
            <a:avLst/>
          </a:prstGeom>
          <a:solidFill>
            <a:srgbClr val="F9EEED">
              <a:alpha val="14902"/>
            </a:srgbClr>
          </a:solidFill>
          <a:ln w="9525">
            <a:noFill/>
          </a:ln>
        </p:spPr>
        <p:txBody>
          <a:bodyPr wrap="none" lIns="247193" tIns="123596" rIns="247193" bIns="123596" anchor="ctr" anchorCtr="0"/>
          <a:lstStyle/>
          <a:p>
            <a:pPr eaLnBrk="1" hangingPunct="1"/>
            <a:endParaRPr lang="en-AU" altLang="en-US" dirty="0">
              <a:latin typeface="Calibri" panose="020F0502020204030204" charset="0"/>
            </a:endParaRPr>
          </a:p>
        </p:txBody>
      </p:sp>
      <p:sp>
        <p:nvSpPr>
          <p:cNvPr id="3078" name="Text Box 5"/>
          <p:cNvSpPr txBox="1"/>
          <p:nvPr/>
        </p:nvSpPr>
        <p:spPr>
          <a:xfrm>
            <a:off x="17894300" y="38849300"/>
            <a:ext cx="11109325" cy="1468141"/>
          </a:xfrm>
          <a:prstGeom prst="rect">
            <a:avLst/>
          </a:prstGeom>
          <a:noFill/>
          <a:ln w="9525">
            <a:noFill/>
          </a:ln>
        </p:spPr>
        <p:txBody>
          <a:bodyPr lIns="234744" tIns="117371" rIns="234744" bIns="117371">
            <a:spAutoFit/>
          </a:bodyPr>
          <a:lstStyle/>
          <a:p>
            <a:pPr algn="r" eaLnBrk="1" hangingPunct="1">
              <a:spcBef>
                <a:spcPct val="50000"/>
              </a:spcBef>
            </a:pPr>
            <a:r>
              <a:rPr lang="en-AU" altLang="en-US" sz="2600" b="1" dirty="0">
                <a:solidFill>
                  <a:srgbClr val="9E1616"/>
                </a:solidFill>
                <a:latin typeface="Calibri" panose="020F0502020204030204" charset="0"/>
              </a:rPr>
              <a:t>Acknowledgements</a:t>
            </a:r>
          </a:p>
          <a:p>
            <a:pPr algn="r" eaLnBrk="1" hangingPunct="1">
              <a:spcBef>
                <a:spcPct val="70000"/>
              </a:spcBef>
            </a:pPr>
            <a:r>
              <a:rPr lang="en-US" sz="2000" dirty="0">
                <a:latin typeface="+mj-lt"/>
              </a:rPr>
              <a:t>The author gratefully acknowledges Prof. B.T.G.S. Kumara for guidance and supervision.</a:t>
            </a:r>
            <a:br>
              <a:rPr lang="en-US" sz="2000" dirty="0">
                <a:latin typeface="+mj-lt"/>
              </a:rPr>
            </a:br>
            <a:r>
              <a:rPr lang="en-US" sz="2000" dirty="0">
                <a:latin typeface="+mj-lt"/>
              </a:rPr>
              <a:t>Thanks are also extended to the Faculty of Computing, Sabaragamuwa University of Sri Lanka</a:t>
            </a:r>
            <a:r>
              <a:rPr lang="en-AU" altLang="en-US" sz="1900" dirty="0">
                <a:latin typeface="+mj-lt"/>
                <a:cs typeface="Arial" panose="020B0604020202020204" pitchFamily="34" charset="0"/>
                <a:sym typeface="Wingdings" panose="05000000000000000000" pitchFamily="2" charset="2"/>
              </a:rPr>
              <a:t>.</a:t>
            </a:r>
            <a:endParaRPr lang="en-US" altLang="en-US" sz="1900" dirty="0">
              <a:latin typeface="+mj-lt"/>
              <a:ea typeface="Arial" panose="020B0604020202020204" pitchFamily="34" charset="0"/>
            </a:endParaRPr>
          </a:p>
        </p:txBody>
      </p:sp>
      <p:sp>
        <p:nvSpPr>
          <p:cNvPr id="2095" name="Text Box 13"/>
          <p:cNvSpPr txBox="1">
            <a:spLocks noChangeArrowheads="1"/>
          </p:cNvSpPr>
          <p:nvPr/>
        </p:nvSpPr>
        <p:spPr bwMode="auto">
          <a:xfrm>
            <a:off x="828675" y="5940425"/>
            <a:ext cx="28082875" cy="3961131"/>
          </a:xfrm>
          <a:prstGeom prst="rect">
            <a:avLst/>
          </a:prstGeom>
          <a:solidFill>
            <a:schemeClr val="bg1"/>
          </a:solidFill>
          <a:ln>
            <a:solidFill>
              <a:srgbClr val="9E1616"/>
            </a:solidFill>
          </a:ln>
        </p:spPr>
        <p:txBody>
          <a:bodyPr lIns="234744" tIns="117371" rIns="234744" bIns="117371">
            <a:spAutoFit/>
          </a:bodyPr>
          <a:lstStyle>
            <a:lvl1pPr>
              <a:defRPr sz="8000">
                <a:solidFill>
                  <a:schemeClr val="tx1"/>
                </a:solidFill>
                <a:latin typeface="Arial" panose="020B0604020202020204" pitchFamily="34" charset="0"/>
              </a:defRPr>
            </a:lvl1pPr>
            <a:lvl2pPr marL="742950" indent="-285750">
              <a:defRPr sz="8000">
                <a:solidFill>
                  <a:schemeClr val="tx1"/>
                </a:solidFill>
                <a:latin typeface="Arial" panose="020B0604020202020204" pitchFamily="34" charset="0"/>
              </a:defRPr>
            </a:lvl2pPr>
            <a:lvl3pPr marL="1143000" indent="-228600">
              <a:defRPr sz="8000">
                <a:solidFill>
                  <a:schemeClr val="tx1"/>
                </a:solidFill>
                <a:latin typeface="Arial" panose="020B0604020202020204" pitchFamily="34" charset="0"/>
              </a:defRPr>
            </a:lvl3pPr>
            <a:lvl4pPr marL="1600200" indent="-228600">
              <a:defRPr sz="8000">
                <a:solidFill>
                  <a:schemeClr val="tx1"/>
                </a:solidFill>
                <a:latin typeface="Arial" panose="020B0604020202020204" pitchFamily="34" charset="0"/>
              </a:defRPr>
            </a:lvl4pPr>
            <a:lvl5pPr marL="2057400" indent="-228600">
              <a:defRPr sz="8000">
                <a:solidFill>
                  <a:schemeClr val="tx1"/>
                </a:solidFill>
                <a:latin typeface="Arial" panose="020B0604020202020204" pitchFamily="34" charset="0"/>
              </a:defRPr>
            </a:lvl5pPr>
            <a:lvl6pPr marL="2514600" indent="-228600" defTabSz="4073525" eaLnBrk="0" fontAlgn="base" hangingPunct="0">
              <a:spcBef>
                <a:spcPct val="0"/>
              </a:spcBef>
              <a:spcAft>
                <a:spcPct val="0"/>
              </a:spcAft>
              <a:defRPr sz="8000">
                <a:solidFill>
                  <a:schemeClr val="tx1"/>
                </a:solidFill>
                <a:latin typeface="Arial" panose="020B0604020202020204" pitchFamily="34" charset="0"/>
              </a:defRPr>
            </a:lvl6pPr>
            <a:lvl7pPr marL="2971800" indent="-228600" defTabSz="4073525" eaLnBrk="0" fontAlgn="base" hangingPunct="0">
              <a:spcBef>
                <a:spcPct val="0"/>
              </a:spcBef>
              <a:spcAft>
                <a:spcPct val="0"/>
              </a:spcAft>
              <a:defRPr sz="8000">
                <a:solidFill>
                  <a:schemeClr val="tx1"/>
                </a:solidFill>
                <a:latin typeface="Arial" panose="020B0604020202020204" pitchFamily="34" charset="0"/>
              </a:defRPr>
            </a:lvl7pPr>
            <a:lvl8pPr marL="3429000" indent="-228600" defTabSz="4073525" eaLnBrk="0" fontAlgn="base" hangingPunct="0">
              <a:spcBef>
                <a:spcPct val="0"/>
              </a:spcBef>
              <a:spcAft>
                <a:spcPct val="0"/>
              </a:spcAft>
              <a:defRPr sz="8000">
                <a:solidFill>
                  <a:schemeClr val="tx1"/>
                </a:solidFill>
                <a:latin typeface="Arial" panose="020B0604020202020204" pitchFamily="34" charset="0"/>
              </a:defRPr>
            </a:lvl8pPr>
            <a:lvl9pPr marL="3886200" indent="-228600" defTabSz="4073525" eaLnBrk="0" fontAlgn="base" hangingPunct="0">
              <a:spcBef>
                <a:spcPct val="0"/>
              </a:spcBef>
              <a:spcAft>
                <a:spcPct val="0"/>
              </a:spcAft>
              <a:defRPr sz="8000">
                <a:solidFill>
                  <a:schemeClr val="tx1"/>
                </a:solidFill>
                <a:latin typeface="Arial" panose="020B0604020202020204" pitchFamily="34" charset="0"/>
              </a:defRPr>
            </a:lvl9pPr>
          </a:lstStyle>
          <a:p>
            <a:pPr marL="0" marR="0" lvl="0" indent="0" algn="l" defTabSz="4073525" rtl="0" eaLnBrk="1" fontAlgn="base" latinLnBrk="0" hangingPunct="1">
              <a:lnSpc>
                <a:spcPct val="100000"/>
              </a:lnSpc>
              <a:spcBef>
                <a:spcPct val="50000"/>
              </a:spcBef>
              <a:spcAft>
                <a:spcPct val="0"/>
              </a:spcAft>
              <a:buClrTx/>
              <a:buSzTx/>
              <a:buFontTx/>
              <a:buNone/>
              <a:defRPr/>
            </a:pPr>
            <a:r>
              <a:rPr kumimoji="0" lang="en-AU" altLang="en-US" sz="4400" b="1" i="0" u="none" strike="noStrike" kern="1200" cap="none" spc="0" normalizeH="0" baseline="0" noProof="0" dirty="0">
                <a:ln>
                  <a:noFill/>
                </a:ln>
                <a:solidFill>
                  <a:srgbClr val="9E1616"/>
                </a:solidFill>
                <a:effectLst/>
                <a:uLnTx/>
                <a:uFillTx/>
                <a:latin typeface="Calibri" panose="020F0502020204030204" charset="0"/>
                <a:ea typeface="+mn-ea"/>
                <a:cs typeface="+mn-cs"/>
              </a:rPr>
              <a:t>Abstract</a:t>
            </a:r>
            <a:endParaRPr kumimoji="0" lang="en-AU" sz="3600" b="0" i="0" u="none" strike="noStrike" kern="1200" cap="none" spc="0" normalizeH="0" baseline="0" noProof="0" dirty="0">
              <a:ln>
                <a:noFill/>
              </a:ln>
              <a:solidFill>
                <a:schemeClr val="tx1"/>
              </a:solidFill>
              <a:effectLst/>
              <a:uLnTx/>
              <a:uFillTx/>
              <a:latin typeface="Calibri" panose="020F0502020204030204" charset="0"/>
              <a:ea typeface="+mn-ea"/>
              <a:cs typeface="+mn-cs"/>
            </a:endParaRPr>
          </a:p>
          <a:p>
            <a:pPr lvl="0" algn="just">
              <a:defRPr/>
            </a:pPr>
            <a:r>
              <a:rPr lang="en-US" altLang="en-US" sz="3600" dirty="0">
                <a:latin typeface="Calibri" panose="020F0502020204030204" charset="0"/>
              </a:rPr>
              <a:t>The traditional method of assessing the quality of wines is based on the subjective sensory evaluation which is hard to scale. This paper suggests a hybrid ensemble learning model which consists of a classification, regression and interpretable feature engineering. On the example of red and white wine data and resampling methods, the suggested models are superior to the baseline methods. SHAP and LIME indicate that alcohol is a positive and volatile quality contributor, and the opposite is also true (liquid acidity).</a:t>
            </a:r>
            <a:endParaRPr kumimoji="0" lang="en-GB" sz="3600" b="0" i="0" u="none" strike="noStrike" kern="1200" cap="none" spc="0" normalizeH="0" baseline="0" noProof="0" dirty="0">
              <a:ln>
                <a:noFill/>
              </a:ln>
              <a:solidFill>
                <a:schemeClr val="tx1"/>
              </a:solidFill>
              <a:effectLst/>
              <a:uLnTx/>
              <a:uFillTx/>
              <a:latin typeface="Calibri" panose="020F0502020204030204" charset="0"/>
              <a:ea typeface="+mn-ea"/>
              <a:cs typeface="+mn-cs"/>
            </a:endParaRPr>
          </a:p>
          <a:p>
            <a:pPr lvl="0" algn="just">
              <a:defRPr/>
            </a:pPr>
            <a:r>
              <a:rPr kumimoji="0" lang="en-GB" sz="3600" b="1" i="0" u="none" strike="noStrike" kern="1200" cap="none" spc="0" normalizeH="0" baseline="0" noProof="0" dirty="0">
                <a:ln>
                  <a:noFill/>
                </a:ln>
                <a:solidFill>
                  <a:schemeClr val="tx1"/>
                </a:solidFill>
                <a:effectLst/>
                <a:uLnTx/>
                <a:uFillTx/>
                <a:latin typeface="Calibri" panose="020F0502020204030204" charset="0"/>
                <a:ea typeface="+mn-ea"/>
                <a:cs typeface="+mn-cs"/>
              </a:rPr>
              <a:t>Keywords : </a:t>
            </a:r>
            <a:r>
              <a:rPr lang="en-US" sz="3600" b="1" dirty="0">
                <a:latin typeface="+mj-lt"/>
              </a:rPr>
              <a:t>Feature Engineering, Hybrid Ensemble Learning, Machine Learning, Model Interpretability, Wine Quality Prediction</a:t>
            </a:r>
            <a:endParaRPr kumimoji="0" lang="en-US" sz="3600" b="1" i="0" u="none" strike="noStrike" kern="1200" cap="none" spc="0" normalizeH="0" baseline="0" noProof="0" dirty="0">
              <a:ln>
                <a:noFill/>
              </a:ln>
              <a:solidFill>
                <a:schemeClr val="tx1"/>
              </a:solidFill>
              <a:effectLst/>
              <a:uLnTx/>
              <a:uFillTx/>
              <a:latin typeface="+mj-lt"/>
            </a:endParaRPr>
          </a:p>
          <a:p>
            <a:pPr marL="0" marR="0" lvl="0" indent="0" algn="l" defTabSz="4073525" rtl="0" eaLnBrk="0" fontAlgn="base" latinLnBrk="0" hangingPunct="0">
              <a:lnSpc>
                <a:spcPct val="100000"/>
              </a:lnSpc>
              <a:spcBef>
                <a:spcPct val="0"/>
              </a:spcBef>
              <a:spcAft>
                <a:spcPct val="0"/>
              </a:spcAft>
              <a:buClrTx/>
              <a:buSzTx/>
              <a:buFontTx/>
              <a:buNone/>
              <a:defRPr/>
            </a:pPr>
            <a:r>
              <a:rPr kumimoji="0" lang="en-US" sz="1800" b="0" i="0" u="none" strike="noStrike" kern="100" cap="none" spc="0" normalizeH="0" baseline="0" noProof="0" dirty="0">
                <a:ln>
                  <a:noFill/>
                </a:ln>
                <a:solidFill>
                  <a:schemeClr val="tx1"/>
                </a:solidFill>
                <a:effectLst/>
                <a:uLnTx/>
                <a:uFillTx/>
                <a:latin typeface="Calibri" panose="020F0502020204030204" charset="0"/>
                <a:ea typeface="Calibri" panose="020F0502020204030204" charset="0"/>
                <a:cs typeface="Arial Unicode MS" pitchFamily="34" charset="-128"/>
              </a:rPr>
              <a:t> </a:t>
            </a:r>
          </a:p>
        </p:txBody>
      </p:sp>
      <p:sp>
        <p:nvSpPr>
          <p:cNvPr id="2096" name="Text Box 13"/>
          <p:cNvSpPr txBox="1">
            <a:spLocks noChangeArrowheads="1"/>
          </p:cNvSpPr>
          <p:nvPr/>
        </p:nvSpPr>
        <p:spPr bwMode="auto">
          <a:xfrm>
            <a:off x="828675" y="10117138"/>
            <a:ext cx="13823950" cy="6454121"/>
          </a:xfrm>
          <a:prstGeom prst="rect">
            <a:avLst/>
          </a:prstGeom>
          <a:noFill/>
          <a:ln>
            <a:solidFill>
              <a:srgbClr val="9E1616"/>
            </a:solidFill>
          </a:ln>
        </p:spPr>
        <p:txBody>
          <a:bodyPr lIns="234744" tIns="117371" rIns="234744" bIns="117371">
            <a:spAutoFit/>
          </a:bodyPr>
          <a:lstStyle>
            <a:lvl1pPr>
              <a:defRPr sz="8000">
                <a:solidFill>
                  <a:schemeClr val="tx1"/>
                </a:solidFill>
                <a:latin typeface="Arial" panose="020B0604020202020204" pitchFamily="34" charset="0"/>
              </a:defRPr>
            </a:lvl1pPr>
            <a:lvl2pPr marL="742950" indent="-285750">
              <a:defRPr sz="8000">
                <a:solidFill>
                  <a:schemeClr val="tx1"/>
                </a:solidFill>
                <a:latin typeface="Arial" panose="020B0604020202020204" pitchFamily="34" charset="0"/>
              </a:defRPr>
            </a:lvl2pPr>
            <a:lvl3pPr marL="1143000" indent="-228600">
              <a:defRPr sz="8000">
                <a:solidFill>
                  <a:schemeClr val="tx1"/>
                </a:solidFill>
                <a:latin typeface="Arial" panose="020B0604020202020204" pitchFamily="34" charset="0"/>
              </a:defRPr>
            </a:lvl3pPr>
            <a:lvl4pPr marL="1600200" indent="-228600">
              <a:defRPr sz="8000">
                <a:solidFill>
                  <a:schemeClr val="tx1"/>
                </a:solidFill>
                <a:latin typeface="Arial" panose="020B0604020202020204" pitchFamily="34" charset="0"/>
              </a:defRPr>
            </a:lvl4pPr>
            <a:lvl5pPr marL="2057400" indent="-228600">
              <a:defRPr sz="8000">
                <a:solidFill>
                  <a:schemeClr val="tx1"/>
                </a:solidFill>
                <a:latin typeface="Arial" panose="020B0604020202020204" pitchFamily="34" charset="0"/>
              </a:defRPr>
            </a:lvl5pPr>
            <a:lvl6pPr marL="2514600" indent="-228600" defTabSz="4073525" eaLnBrk="0" fontAlgn="base" hangingPunct="0">
              <a:spcBef>
                <a:spcPct val="0"/>
              </a:spcBef>
              <a:spcAft>
                <a:spcPct val="0"/>
              </a:spcAft>
              <a:defRPr sz="8000">
                <a:solidFill>
                  <a:schemeClr val="tx1"/>
                </a:solidFill>
                <a:latin typeface="Arial" panose="020B0604020202020204" pitchFamily="34" charset="0"/>
              </a:defRPr>
            </a:lvl6pPr>
            <a:lvl7pPr marL="2971800" indent="-228600" defTabSz="4073525" eaLnBrk="0" fontAlgn="base" hangingPunct="0">
              <a:spcBef>
                <a:spcPct val="0"/>
              </a:spcBef>
              <a:spcAft>
                <a:spcPct val="0"/>
              </a:spcAft>
              <a:defRPr sz="8000">
                <a:solidFill>
                  <a:schemeClr val="tx1"/>
                </a:solidFill>
                <a:latin typeface="Arial" panose="020B0604020202020204" pitchFamily="34" charset="0"/>
              </a:defRPr>
            </a:lvl7pPr>
            <a:lvl8pPr marL="3429000" indent="-228600" defTabSz="4073525" eaLnBrk="0" fontAlgn="base" hangingPunct="0">
              <a:spcBef>
                <a:spcPct val="0"/>
              </a:spcBef>
              <a:spcAft>
                <a:spcPct val="0"/>
              </a:spcAft>
              <a:defRPr sz="8000">
                <a:solidFill>
                  <a:schemeClr val="tx1"/>
                </a:solidFill>
                <a:latin typeface="Arial" panose="020B0604020202020204" pitchFamily="34" charset="0"/>
              </a:defRPr>
            </a:lvl8pPr>
            <a:lvl9pPr marL="3886200" indent="-228600" defTabSz="4073525" eaLnBrk="0" fontAlgn="base" hangingPunct="0">
              <a:spcBef>
                <a:spcPct val="0"/>
              </a:spcBef>
              <a:spcAft>
                <a:spcPct val="0"/>
              </a:spcAft>
              <a:defRPr sz="8000">
                <a:solidFill>
                  <a:schemeClr val="tx1"/>
                </a:solidFill>
                <a:latin typeface="Arial" panose="020B0604020202020204" pitchFamily="34" charset="0"/>
              </a:defRPr>
            </a:lvl9pPr>
          </a:lstStyle>
          <a:p>
            <a:pPr marL="857250" marR="0" lvl="0" indent="-857250" algn="l" defTabSz="4073525" rtl="0" eaLnBrk="1" fontAlgn="base" latinLnBrk="0" hangingPunct="1">
              <a:lnSpc>
                <a:spcPct val="100000"/>
              </a:lnSpc>
              <a:spcBef>
                <a:spcPct val="50000"/>
              </a:spcBef>
              <a:spcAft>
                <a:spcPct val="0"/>
              </a:spcAft>
              <a:buClrTx/>
              <a:buSzTx/>
              <a:buFont typeface="+mj-lt"/>
              <a:buAutoNum type="romanUcPeriod"/>
              <a:defRPr/>
            </a:pPr>
            <a:r>
              <a:rPr kumimoji="0" lang="en-AU" altLang="en-US" sz="4400" b="1" i="0" u="none" strike="noStrike" kern="1200" cap="none" spc="0" normalizeH="0" baseline="0" noProof="0" dirty="0">
                <a:ln>
                  <a:noFill/>
                </a:ln>
                <a:solidFill>
                  <a:srgbClr val="9E1616"/>
                </a:solidFill>
                <a:effectLst/>
                <a:uLnTx/>
                <a:uFillTx/>
                <a:latin typeface="Calibri" panose="020F0502020204030204" charset="0"/>
                <a:ea typeface="+mn-ea"/>
                <a:cs typeface="+mn-cs"/>
              </a:rPr>
              <a:t>Introduction</a:t>
            </a:r>
            <a:endParaRPr kumimoji="0" lang="en-AU" altLang="en-US" sz="4400" b="0" i="0" u="none" strike="noStrike" kern="1200" cap="none" spc="0" normalizeH="0" baseline="0" noProof="0" dirty="0">
              <a:ln>
                <a:noFill/>
              </a:ln>
              <a:solidFill>
                <a:srgbClr val="9E1616"/>
              </a:solidFill>
              <a:effectLst/>
              <a:uLnTx/>
              <a:uFillTx/>
              <a:latin typeface="Calibri" panose="020F0502020204030204" charset="0"/>
              <a:ea typeface="+mn-ea"/>
              <a:cs typeface="+mn-cs"/>
            </a:endParaRPr>
          </a:p>
          <a:p>
            <a:pPr marL="571500" lvl="0" indent="-571500" algn="just" eaLnBrk="1" hangingPunct="1">
              <a:spcBef>
                <a:spcPct val="50000"/>
              </a:spcBef>
              <a:buFont typeface="Wingdings" panose="05000000000000000000" pitchFamily="2" charset="2"/>
              <a:buChar char="Ø"/>
              <a:defRPr/>
            </a:pPr>
            <a:r>
              <a:rPr lang="en-US" altLang="en-US" sz="3600" dirty="0">
                <a:latin typeface="Calibri" panose="020F0502020204030204" charset="0"/>
              </a:rPr>
              <a:t>Competitive wine production requires wine quality forecasting.</a:t>
            </a:r>
          </a:p>
          <a:p>
            <a:pPr marL="571500" lvl="0" indent="-571500" algn="just" eaLnBrk="1" hangingPunct="1">
              <a:spcBef>
                <a:spcPct val="50000"/>
              </a:spcBef>
              <a:buFont typeface="Wingdings" panose="05000000000000000000" pitchFamily="2" charset="2"/>
              <a:buChar char="Ø"/>
              <a:defRPr/>
            </a:pPr>
            <a:r>
              <a:rPr lang="en-US" altLang="en-US" sz="3600" dirty="0">
                <a:latin typeface="Calibri" panose="020F0502020204030204" charset="0"/>
              </a:rPr>
              <a:t>Conventional methods of sensory evaluation are subjective and unreliable.</a:t>
            </a:r>
          </a:p>
          <a:p>
            <a:pPr marL="571500" lvl="0" indent="-571500" algn="just" eaLnBrk="1" hangingPunct="1">
              <a:spcBef>
                <a:spcPct val="50000"/>
              </a:spcBef>
              <a:buFont typeface="Wingdings" panose="05000000000000000000" pitchFamily="2" charset="2"/>
              <a:buChar char="Ø"/>
              <a:defRPr/>
            </a:pPr>
            <a:r>
              <a:rPr lang="en-US" altLang="en-US" sz="3600" dirty="0">
                <a:latin typeface="Calibri" panose="020F0502020204030204" charset="0"/>
              </a:rPr>
              <a:t>Machine learning can predict objective quality through the use of physicochemical data.</a:t>
            </a:r>
          </a:p>
          <a:p>
            <a:pPr marL="571500" lvl="0" indent="-571500" algn="just" eaLnBrk="1" hangingPunct="1">
              <a:spcBef>
                <a:spcPct val="50000"/>
              </a:spcBef>
              <a:buFont typeface="Wingdings" panose="05000000000000000000" pitchFamily="2" charset="2"/>
              <a:buChar char="Ø"/>
              <a:defRPr/>
            </a:pPr>
            <a:r>
              <a:rPr lang="en-US" altLang="en-US" sz="3600" dirty="0">
                <a:latin typeface="Calibri" panose="020F0502020204030204" charset="0"/>
              </a:rPr>
              <a:t>The presence of models that are not interpretable and poor class imbalance exists in many existing </a:t>
            </a:r>
            <a:r>
              <a:rPr lang="en-US" altLang="en-US" sz="3600" dirty="0" err="1">
                <a:latin typeface="Calibri" panose="020F0502020204030204" charset="0"/>
              </a:rPr>
              <a:t>models.This</a:t>
            </a:r>
            <a:r>
              <a:rPr lang="en-US" altLang="en-US" sz="3600" dirty="0">
                <a:latin typeface="Calibri" panose="020F0502020204030204" charset="0"/>
              </a:rPr>
              <a:t> work is concerned with accuracy, robustness and explainability.</a:t>
            </a:r>
            <a:endParaRPr kumimoji="0" lang="en-AU" altLang="en-US" sz="3600" b="0" i="0" u="none" strike="noStrike" kern="1200" cap="none" spc="0" normalizeH="0" baseline="0" noProof="0" dirty="0">
              <a:ln>
                <a:noFill/>
              </a:ln>
              <a:solidFill>
                <a:schemeClr val="tx1"/>
              </a:solidFill>
              <a:effectLst/>
              <a:uLnTx/>
              <a:uFillTx/>
              <a:latin typeface="Calibri" panose="020F0502020204030204" charset="0"/>
              <a:ea typeface="+mn-ea"/>
              <a:cs typeface="+mn-cs"/>
            </a:endParaRPr>
          </a:p>
        </p:txBody>
      </p:sp>
      <p:sp>
        <p:nvSpPr>
          <p:cNvPr id="2108" name="Text Box 13"/>
          <p:cNvSpPr txBox="1">
            <a:spLocks noChangeArrowheads="1"/>
          </p:cNvSpPr>
          <p:nvPr/>
        </p:nvSpPr>
        <p:spPr bwMode="auto">
          <a:xfrm>
            <a:off x="14883130" y="13855065"/>
            <a:ext cx="14004925" cy="10159890"/>
          </a:xfrm>
          <a:prstGeom prst="rect">
            <a:avLst/>
          </a:prstGeom>
          <a:noFill/>
          <a:ln>
            <a:solidFill>
              <a:srgbClr val="9E1616"/>
            </a:solidFill>
          </a:ln>
        </p:spPr>
        <p:txBody>
          <a:bodyPr lIns="234744" tIns="117371" rIns="234744" bIns="117371">
            <a:noAutofit/>
          </a:bodyPr>
          <a:lstStyle>
            <a:lvl1pPr>
              <a:defRPr sz="8000">
                <a:solidFill>
                  <a:schemeClr val="tx1"/>
                </a:solidFill>
                <a:latin typeface="Arial" panose="020B0604020202020204" pitchFamily="34" charset="0"/>
              </a:defRPr>
            </a:lvl1pPr>
            <a:lvl2pPr marL="742950" indent="-285750">
              <a:defRPr sz="8000">
                <a:solidFill>
                  <a:schemeClr val="tx1"/>
                </a:solidFill>
                <a:latin typeface="Arial" panose="020B0604020202020204" pitchFamily="34" charset="0"/>
              </a:defRPr>
            </a:lvl2pPr>
            <a:lvl3pPr marL="1143000" indent="-228600">
              <a:defRPr sz="8000">
                <a:solidFill>
                  <a:schemeClr val="tx1"/>
                </a:solidFill>
                <a:latin typeface="Arial" panose="020B0604020202020204" pitchFamily="34" charset="0"/>
              </a:defRPr>
            </a:lvl3pPr>
            <a:lvl4pPr marL="1600200" indent="-228600">
              <a:defRPr sz="8000">
                <a:solidFill>
                  <a:schemeClr val="tx1"/>
                </a:solidFill>
                <a:latin typeface="Arial" panose="020B0604020202020204" pitchFamily="34" charset="0"/>
              </a:defRPr>
            </a:lvl4pPr>
            <a:lvl5pPr marL="2057400" indent="-228600">
              <a:defRPr sz="8000">
                <a:solidFill>
                  <a:schemeClr val="tx1"/>
                </a:solidFill>
                <a:latin typeface="Arial" panose="020B0604020202020204" pitchFamily="34" charset="0"/>
              </a:defRPr>
            </a:lvl5pPr>
            <a:lvl6pPr marL="2514600" indent="-228600" defTabSz="4073525" eaLnBrk="0" fontAlgn="base" hangingPunct="0">
              <a:spcBef>
                <a:spcPct val="0"/>
              </a:spcBef>
              <a:spcAft>
                <a:spcPct val="0"/>
              </a:spcAft>
              <a:defRPr sz="8000">
                <a:solidFill>
                  <a:schemeClr val="tx1"/>
                </a:solidFill>
                <a:latin typeface="Arial" panose="020B0604020202020204" pitchFamily="34" charset="0"/>
              </a:defRPr>
            </a:lvl6pPr>
            <a:lvl7pPr marL="2971800" indent="-228600" defTabSz="4073525" eaLnBrk="0" fontAlgn="base" hangingPunct="0">
              <a:spcBef>
                <a:spcPct val="0"/>
              </a:spcBef>
              <a:spcAft>
                <a:spcPct val="0"/>
              </a:spcAft>
              <a:defRPr sz="8000">
                <a:solidFill>
                  <a:schemeClr val="tx1"/>
                </a:solidFill>
                <a:latin typeface="Arial" panose="020B0604020202020204" pitchFamily="34" charset="0"/>
              </a:defRPr>
            </a:lvl7pPr>
            <a:lvl8pPr marL="3429000" indent="-228600" defTabSz="4073525" eaLnBrk="0" fontAlgn="base" hangingPunct="0">
              <a:spcBef>
                <a:spcPct val="0"/>
              </a:spcBef>
              <a:spcAft>
                <a:spcPct val="0"/>
              </a:spcAft>
              <a:defRPr sz="8000">
                <a:solidFill>
                  <a:schemeClr val="tx1"/>
                </a:solidFill>
                <a:latin typeface="Arial" panose="020B0604020202020204" pitchFamily="34" charset="0"/>
              </a:defRPr>
            </a:lvl8pPr>
            <a:lvl9pPr marL="3886200" indent="-228600" defTabSz="4073525" eaLnBrk="0" fontAlgn="base" hangingPunct="0">
              <a:spcBef>
                <a:spcPct val="0"/>
              </a:spcBef>
              <a:spcAft>
                <a:spcPct val="0"/>
              </a:spcAft>
              <a:defRPr sz="8000">
                <a:solidFill>
                  <a:schemeClr val="tx1"/>
                </a:solidFill>
                <a:latin typeface="Arial" panose="020B0604020202020204" pitchFamily="34" charset="0"/>
              </a:defRPr>
            </a:lvl9pPr>
          </a:lstStyle>
          <a:p>
            <a:pPr marL="857250" marR="0" lvl="0" indent="-857250" algn="l" defTabSz="4073525" rtl="0" eaLnBrk="1" fontAlgn="base" latinLnBrk="0" hangingPunct="1">
              <a:lnSpc>
                <a:spcPct val="100000"/>
              </a:lnSpc>
              <a:spcBef>
                <a:spcPct val="50000"/>
              </a:spcBef>
              <a:spcAft>
                <a:spcPct val="0"/>
              </a:spcAft>
              <a:buClrTx/>
              <a:buSzTx/>
              <a:buFont typeface="+mj-lt"/>
              <a:buAutoNum type="romanUcPeriod" startAt="4"/>
              <a:defRPr/>
            </a:pPr>
            <a:r>
              <a:rPr kumimoji="0" lang="en-AU" altLang="en-US" sz="4400" b="1" i="0" u="none" strike="noStrike" kern="1200" cap="none" spc="0" normalizeH="0" baseline="0" noProof="0" dirty="0">
                <a:ln>
                  <a:noFill/>
                </a:ln>
                <a:solidFill>
                  <a:srgbClr val="9E1616"/>
                </a:solidFill>
                <a:effectLst/>
                <a:uLnTx/>
                <a:uFillTx/>
                <a:latin typeface="Calibri" panose="020F0502020204030204" charset="0"/>
                <a:ea typeface="+mn-ea"/>
                <a:cs typeface="+mn-cs"/>
              </a:rPr>
              <a:t>Results and Discussion</a:t>
            </a:r>
            <a:endParaRPr kumimoji="0" lang="en-AU" altLang="en-US" sz="4400" b="0" i="0" u="none" strike="noStrike" kern="1200" cap="none" spc="0" normalizeH="0" baseline="0" noProof="0" dirty="0">
              <a:ln>
                <a:noFill/>
              </a:ln>
              <a:solidFill>
                <a:srgbClr val="9E1616"/>
              </a:solidFill>
              <a:effectLst/>
              <a:uLnTx/>
              <a:uFillTx/>
              <a:latin typeface="Calibri" panose="020F0502020204030204" charset="0"/>
              <a:ea typeface="+mn-ea"/>
              <a:cs typeface="+mn-cs"/>
            </a:endParaRPr>
          </a:p>
          <a:p>
            <a:pPr lvl="0" algn="just" eaLnBrk="1" hangingPunct="1">
              <a:spcBef>
                <a:spcPct val="50000"/>
              </a:spcBef>
              <a:defRPr/>
            </a:pPr>
            <a:r>
              <a:rPr lang="en-US" altLang="en-US" sz="3600" dirty="0">
                <a:latin typeface="Calibri" panose="020F0502020204030204" charset="0"/>
              </a:rPr>
              <a:t>Hybrid ensemble models had greater accuracy and better prediction on minority classes. The findings of the research were also similar between red and white wine where alcohol and volatile acidity had a positive and negative impact on quality which positively contributed to model interpretability and utility.</a:t>
            </a:r>
          </a:p>
          <a:p>
            <a:pPr marL="0" marR="0" lvl="0" indent="0" algn="just" defTabSz="4073525" rtl="0" eaLnBrk="1" fontAlgn="base" latinLnBrk="0" hangingPunct="1">
              <a:lnSpc>
                <a:spcPct val="100000"/>
              </a:lnSpc>
              <a:spcBef>
                <a:spcPct val="50000"/>
              </a:spcBef>
              <a:spcAft>
                <a:spcPct val="0"/>
              </a:spcAft>
              <a:buClrTx/>
              <a:buSzTx/>
              <a:buFontTx/>
              <a:buNone/>
              <a:defRPr/>
            </a:pPr>
            <a:endParaRPr kumimoji="0" lang="en-AU" altLang="en-US" sz="3600" b="0" i="0" u="none" strike="noStrike" kern="1200" cap="none" spc="0" normalizeH="0" baseline="0" noProof="0" dirty="0">
              <a:ln>
                <a:noFill/>
              </a:ln>
              <a:solidFill>
                <a:schemeClr val="tx1"/>
              </a:solidFill>
              <a:effectLst/>
              <a:uLnTx/>
              <a:uFillTx/>
              <a:latin typeface="Calibri" panose="020F0502020204030204" charset="0"/>
              <a:ea typeface="+mn-ea"/>
              <a:cs typeface="+mn-cs"/>
            </a:endParaRPr>
          </a:p>
          <a:p>
            <a:pPr marL="0" marR="0" lvl="0" indent="0" algn="just" defTabSz="4073525" rtl="0" eaLnBrk="1" fontAlgn="base" latinLnBrk="0" hangingPunct="1">
              <a:lnSpc>
                <a:spcPct val="100000"/>
              </a:lnSpc>
              <a:spcBef>
                <a:spcPct val="50000"/>
              </a:spcBef>
              <a:spcAft>
                <a:spcPct val="0"/>
              </a:spcAft>
              <a:buClrTx/>
              <a:buSzTx/>
              <a:buFontTx/>
              <a:buNone/>
              <a:defRPr/>
            </a:pPr>
            <a:endParaRPr kumimoji="0" lang="en-AU" altLang="en-US" sz="3600" b="0" i="0" u="none" strike="noStrike" kern="1200" cap="none" spc="0" normalizeH="0" baseline="0" noProof="0" dirty="0">
              <a:ln>
                <a:noFill/>
              </a:ln>
              <a:solidFill>
                <a:schemeClr val="tx1"/>
              </a:solidFill>
              <a:effectLst/>
              <a:uLnTx/>
              <a:uFillTx/>
              <a:latin typeface="Calibri" panose="020F0502020204030204" charset="0"/>
              <a:ea typeface="+mn-ea"/>
              <a:cs typeface="+mn-cs"/>
            </a:endParaRPr>
          </a:p>
          <a:p>
            <a:pPr marL="0" marR="0" lvl="0" indent="0" algn="just" defTabSz="4073525" rtl="0" eaLnBrk="1" fontAlgn="base" latinLnBrk="0" hangingPunct="1">
              <a:lnSpc>
                <a:spcPct val="100000"/>
              </a:lnSpc>
              <a:spcBef>
                <a:spcPct val="50000"/>
              </a:spcBef>
              <a:spcAft>
                <a:spcPct val="0"/>
              </a:spcAft>
              <a:buClrTx/>
              <a:buSzTx/>
              <a:buFontTx/>
              <a:buNone/>
              <a:defRPr/>
            </a:pPr>
            <a:endParaRPr kumimoji="0" lang="en-AU" altLang="en-US" sz="3600" b="0" i="0" u="none" strike="noStrike" kern="1200" cap="none" spc="0" normalizeH="0" baseline="0" noProof="0" dirty="0">
              <a:ln>
                <a:noFill/>
              </a:ln>
              <a:solidFill>
                <a:schemeClr val="tx1"/>
              </a:solidFill>
              <a:effectLst/>
              <a:uLnTx/>
              <a:uFillTx/>
              <a:latin typeface="Calibri" panose="020F0502020204030204" charset="0"/>
              <a:ea typeface="+mn-ea"/>
              <a:cs typeface="+mn-cs"/>
            </a:endParaRPr>
          </a:p>
          <a:p>
            <a:pPr marL="0" marR="0" lvl="0" indent="0" algn="just" defTabSz="4073525" rtl="0" eaLnBrk="1" fontAlgn="base" latinLnBrk="0" hangingPunct="1">
              <a:lnSpc>
                <a:spcPct val="100000"/>
              </a:lnSpc>
              <a:spcBef>
                <a:spcPct val="50000"/>
              </a:spcBef>
              <a:spcAft>
                <a:spcPct val="0"/>
              </a:spcAft>
              <a:buClrTx/>
              <a:buSzTx/>
              <a:buFontTx/>
              <a:buNone/>
              <a:defRPr/>
            </a:pPr>
            <a:endParaRPr kumimoji="0" lang="en-AU" altLang="en-US" sz="3600" b="0" i="0" u="none" strike="noStrike" kern="1200" cap="none" spc="0" normalizeH="0" baseline="0" noProof="0" dirty="0">
              <a:ln>
                <a:noFill/>
              </a:ln>
              <a:solidFill>
                <a:schemeClr val="tx1"/>
              </a:solidFill>
              <a:effectLst/>
              <a:uLnTx/>
              <a:uFillTx/>
              <a:latin typeface="Calibri" panose="020F0502020204030204" charset="0"/>
              <a:ea typeface="+mn-ea"/>
              <a:cs typeface="+mn-cs"/>
            </a:endParaRPr>
          </a:p>
          <a:p>
            <a:pPr marL="0" marR="0" lvl="0" indent="0" algn="just" defTabSz="4073525" rtl="0" eaLnBrk="1" fontAlgn="base" latinLnBrk="0" hangingPunct="1">
              <a:lnSpc>
                <a:spcPct val="100000"/>
              </a:lnSpc>
              <a:spcBef>
                <a:spcPct val="50000"/>
              </a:spcBef>
              <a:spcAft>
                <a:spcPct val="0"/>
              </a:spcAft>
              <a:buClrTx/>
              <a:buSzTx/>
              <a:buFontTx/>
              <a:buNone/>
              <a:defRPr/>
            </a:pPr>
            <a:endParaRPr kumimoji="0" lang="en-AU" altLang="en-US" sz="3600" b="0" i="0" u="none" strike="noStrike" kern="1200" cap="none" spc="0" normalizeH="0" baseline="0" noProof="0" dirty="0">
              <a:ln>
                <a:noFill/>
              </a:ln>
              <a:solidFill>
                <a:schemeClr val="tx1"/>
              </a:solidFill>
              <a:effectLst/>
              <a:uLnTx/>
              <a:uFillTx/>
              <a:latin typeface="Calibri" panose="020F0502020204030204" charset="0"/>
              <a:ea typeface="+mn-ea"/>
              <a:cs typeface="+mn-cs"/>
            </a:endParaRPr>
          </a:p>
          <a:p>
            <a:pPr marL="0" marR="0" lvl="0" indent="0" algn="just" defTabSz="4073525" rtl="0" eaLnBrk="1" fontAlgn="base" latinLnBrk="0" hangingPunct="1">
              <a:lnSpc>
                <a:spcPct val="100000"/>
              </a:lnSpc>
              <a:spcBef>
                <a:spcPct val="50000"/>
              </a:spcBef>
              <a:spcAft>
                <a:spcPct val="0"/>
              </a:spcAft>
              <a:buClrTx/>
              <a:buSzTx/>
              <a:buFontTx/>
              <a:buNone/>
              <a:defRPr/>
            </a:pPr>
            <a:endParaRPr kumimoji="0" lang="en-AU" altLang="en-US" sz="3600" b="0" i="0" u="none" strike="noStrike" kern="1200" cap="none" spc="0" normalizeH="0" baseline="0" noProof="0" dirty="0">
              <a:ln>
                <a:noFill/>
              </a:ln>
              <a:solidFill>
                <a:schemeClr val="tx1"/>
              </a:solidFill>
              <a:effectLst/>
              <a:uLnTx/>
              <a:uFillTx/>
              <a:latin typeface="Calibri" panose="020F0502020204030204" charset="0"/>
              <a:ea typeface="+mn-ea"/>
              <a:cs typeface="+mn-cs"/>
            </a:endParaRPr>
          </a:p>
          <a:p>
            <a:pPr lvl="0" algn="just" eaLnBrk="1" hangingPunct="1">
              <a:spcBef>
                <a:spcPct val="50000"/>
              </a:spcBef>
              <a:defRPr/>
            </a:pPr>
            <a:r>
              <a:rPr kumimoji="0" lang="en-AU" altLang="en-US" sz="3600" b="0" i="0" u="none" strike="noStrike" kern="1200" cap="none" spc="0" normalizeH="0" baseline="0" noProof="0" dirty="0">
                <a:ln>
                  <a:noFill/>
                </a:ln>
                <a:solidFill>
                  <a:schemeClr val="tx1"/>
                </a:solidFill>
                <a:effectLst/>
                <a:uLnTx/>
                <a:uFillTx/>
                <a:latin typeface="Calibri" panose="020F0502020204030204" charset="0"/>
                <a:ea typeface="+mn-ea"/>
                <a:cs typeface="+mn-cs"/>
              </a:rPr>
              <a:t>Fig. 2.Results and Discussion          Fig. 3.</a:t>
            </a:r>
            <a:r>
              <a:rPr lang="en-US" sz="3600" dirty="0">
                <a:latin typeface="+mj-lt"/>
              </a:rPr>
              <a:t> Model performance comparison</a:t>
            </a:r>
            <a:endParaRPr kumimoji="0" lang="en-AU" altLang="en-US" sz="3600" b="0" i="0" u="none" strike="noStrike" kern="1200" cap="none" spc="0" normalizeH="0" baseline="0" noProof="0" dirty="0">
              <a:ln>
                <a:noFill/>
              </a:ln>
              <a:solidFill>
                <a:schemeClr val="tx1"/>
              </a:solidFill>
              <a:effectLst/>
              <a:uLnTx/>
              <a:uFillTx/>
              <a:latin typeface="+mj-lt"/>
              <a:ea typeface="+mn-ea"/>
              <a:cs typeface="+mn-cs"/>
            </a:endParaRPr>
          </a:p>
        </p:txBody>
      </p:sp>
      <p:sp>
        <p:nvSpPr>
          <p:cNvPr id="2110" name="Text Box 13"/>
          <p:cNvSpPr txBox="1">
            <a:spLocks noChangeArrowheads="1"/>
          </p:cNvSpPr>
          <p:nvPr/>
        </p:nvSpPr>
        <p:spPr bwMode="auto">
          <a:xfrm>
            <a:off x="14882813" y="24304625"/>
            <a:ext cx="13955713" cy="9778108"/>
          </a:xfrm>
          <a:prstGeom prst="rect">
            <a:avLst/>
          </a:prstGeom>
          <a:noFill/>
          <a:ln>
            <a:solidFill>
              <a:srgbClr val="9E1616"/>
            </a:solidFill>
          </a:ln>
        </p:spPr>
        <p:txBody>
          <a:bodyPr lIns="234744" tIns="117371" rIns="234744" bIns="117371">
            <a:spAutoFit/>
          </a:bodyPr>
          <a:lstStyle>
            <a:lvl1pPr>
              <a:defRPr sz="8000">
                <a:solidFill>
                  <a:schemeClr val="tx1"/>
                </a:solidFill>
                <a:latin typeface="Arial" panose="020B0604020202020204" pitchFamily="34" charset="0"/>
              </a:defRPr>
            </a:lvl1pPr>
            <a:lvl2pPr marL="742950" indent="-285750">
              <a:defRPr sz="8000">
                <a:solidFill>
                  <a:schemeClr val="tx1"/>
                </a:solidFill>
                <a:latin typeface="Arial" panose="020B0604020202020204" pitchFamily="34" charset="0"/>
              </a:defRPr>
            </a:lvl2pPr>
            <a:lvl3pPr marL="1143000" indent="-228600">
              <a:defRPr sz="8000">
                <a:solidFill>
                  <a:schemeClr val="tx1"/>
                </a:solidFill>
                <a:latin typeface="Arial" panose="020B0604020202020204" pitchFamily="34" charset="0"/>
              </a:defRPr>
            </a:lvl3pPr>
            <a:lvl4pPr marL="1600200" indent="-228600">
              <a:defRPr sz="8000">
                <a:solidFill>
                  <a:schemeClr val="tx1"/>
                </a:solidFill>
                <a:latin typeface="Arial" panose="020B0604020202020204" pitchFamily="34" charset="0"/>
              </a:defRPr>
            </a:lvl4pPr>
            <a:lvl5pPr marL="2057400" indent="-228600">
              <a:defRPr sz="8000">
                <a:solidFill>
                  <a:schemeClr val="tx1"/>
                </a:solidFill>
                <a:latin typeface="Arial" panose="020B0604020202020204" pitchFamily="34" charset="0"/>
              </a:defRPr>
            </a:lvl5pPr>
            <a:lvl6pPr marL="2514600" indent="-228600" defTabSz="4073525" eaLnBrk="0" fontAlgn="base" hangingPunct="0">
              <a:spcBef>
                <a:spcPct val="0"/>
              </a:spcBef>
              <a:spcAft>
                <a:spcPct val="0"/>
              </a:spcAft>
              <a:defRPr sz="8000">
                <a:solidFill>
                  <a:schemeClr val="tx1"/>
                </a:solidFill>
                <a:latin typeface="Arial" panose="020B0604020202020204" pitchFamily="34" charset="0"/>
              </a:defRPr>
            </a:lvl6pPr>
            <a:lvl7pPr marL="2971800" indent="-228600" defTabSz="4073525" eaLnBrk="0" fontAlgn="base" hangingPunct="0">
              <a:spcBef>
                <a:spcPct val="0"/>
              </a:spcBef>
              <a:spcAft>
                <a:spcPct val="0"/>
              </a:spcAft>
              <a:defRPr sz="8000">
                <a:solidFill>
                  <a:schemeClr val="tx1"/>
                </a:solidFill>
                <a:latin typeface="Arial" panose="020B0604020202020204" pitchFamily="34" charset="0"/>
              </a:defRPr>
            </a:lvl7pPr>
            <a:lvl8pPr marL="3429000" indent="-228600" defTabSz="4073525" eaLnBrk="0" fontAlgn="base" hangingPunct="0">
              <a:spcBef>
                <a:spcPct val="0"/>
              </a:spcBef>
              <a:spcAft>
                <a:spcPct val="0"/>
              </a:spcAft>
              <a:defRPr sz="8000">
                <a:solidFill>
                  <a:schemeClr val="tx1"/>
                </a:solidFill>
                <a:latin typeface="Arial" panose="020B0604020202020204" pitchFamily="34" charset="0"/>
              </a:defRPr>
            </a:lvl8pPr>
            <a:lvl9pPr marL="3886200" indent="-228600" defTabSz="4073525" eaLnBrk="0" fontAlgn="base" hangingPunct="0">
              <a:spcBef>
                <a:spcPct val="0"/>
              </a:spcBef>
              <a:spcAft>
                <a:spcPct val="0"/>
              </a:spcAft>
              <a:defRPr sz="8000">
                <a:solidFill>
                  <a:schemeClr val="tx1"/>
                </a:solidFill>
                <a:latin typeface="Arial" panose="020B0604020202020204" pitchFamily="34" charset="0"/>
              </a:defRPr>
            </a:lvl9pPr>
          </a:lstStyle>
          <a:p>
            <a:pPr marL="857250" marR="0" lvl="0" indent="-857250" algn="l" defTabSz="4073525" rtl="0" eaLnBrk="1" fontAlgn="base" latinLnBrk="0" hangingPunct="1">
              <a:lnSpc>
                <a:spcPct val="100000"/>
              </a:lnSpc>
              <a:spcBef>
                <a:spcPct val="50000"/>
              </a:spcBef>
              <a:spcAft>
                <a:spcPct val="0"/>
              </a:spcAft>
              <a:buClrTx/>
              <a:buSzTx/>
              <a:buFont typeface="+mj-lt"/>
              <a:buAutoNum type="romanUcPeriod" startAt="5"/>
              <a:defRPr/>
            </a:pPr>
            <a:r>
              <a:rPr kumimoji="0" lang="en-AU" altLang="en-US" sz="4400" b="1" i="0" u="none" strike="noStrike" kern="1200" cap="none" spc="0" normalizeH="0" baseline="0" noProof="0" dirty="0">
                <a:ln>
                  <a:noFill/>
                </a:ln>
                <a:solidFill>
                  <a:srgbClr val="9E1616"/>
                </a:solidFill>
                <a:effectLst/>
                <a:uLnTx/>
                <a:uFillTx/>
                <a:latin typeface="Calibri" panose="020F0502020204030204" charset="0"/>
                <a:ea typeface="+mn-ea"/>
                <a:cs typeface="+mn-cs"/>
              </a:rPr>
              <a:t>Conclusion </a:t>
            </a:r>
            <a:endParaRPr kumimoji="0" lang="en-AU" altLang="en-US" sz="4400" b="0" i="0" u="none" strike="noStrike" kern="1200" cap="none" spc="0" normalizeH="0" baseline="0" noProof="0" dirty="0">
              <a:ln>
                <a:noFill/>
              </a:ln>
              <a:solidFill>
                <a:srgbClr val="9E1616"/>
              </a:solidFill>
              <a:effectLst/>
              <a:uLnTx/>
              <a:uFillTx/>
              <a:latin typeface="Calibri" panose="020F0502020204030204" charset="0"/>
              <a:ea typeface="+mn-ea"/>
              <a:cs typeface="+mn-cs"/>
            </a:endParaRPr>
          </a:p>
          <a:p>
            <a:pPr lvl="0" algn="just" eaLnBrk="1" hangingPunct="1">
              <a:spcBef>
                <a:spcPct val="50000"/>
              </a:spcBef>
              <a:defRPr/>
            </a:pPr>
            <a:r>
              <a:rPr lang="en-US" sz="3600" dirty="0">
                <a:latin typeface="+mj-lt"/>
              </a:rPr>
              <a:t>Overall, the study demonstrates that hybrid ensemble learning combined with interpretable feature engineering provides accurate and transparent wine quality prediction. The proposed framework bridges predictive performance and practical usability, enabling informed decision making for winemakers. These findings support the wider adoption of explainable machine learning models in real-world wine production and quality assessment.</a:t>
            </a:r>
            <a:endParaRPr lang="en-AU" sz="3600" dirty="0">
              <a:latin typeface="Calibri" panose="020F0502020204030204" charset="0"/>
            </a:endParaRPr>
          </a:p>
          <a:p>
            <a:pPr marL="571500" lvl="0" indent="-571500" algn="just" eaLnBrk="1" hangingPunct="1">
              <a:spcBef>
                <a:spcPct val="50000"/>
              </a:spcBef>
              <a:buFont typeface="Wingdings" panose="05000000000000000000" pitchFamily="2" charset="2"/>
              <a:buChar char="Ø"/>
              <a:defRPr/>
            </a:pPr>
            <a:r>
              <a:rPr lang="en-US" sz="3600" dirty="0">
                <a:latin typeface="+mj-lt"/>
              </a:rPr>
              <a:t>Hybrid ensemble learning improves wine quality prediction.</a:t>
            </a:r>
          </a:p>
          <a:p>
            <a:pPr marL="571500" lvl="0" indent="-571500" algn="just" eaLnBrk="1" hangingPunct="1">
              <a:spcBef>
                <a:spcPct val="50000"/>
              </a:spcBef>
              <a:buFont typeface="Wingdings" panose="05000000000000000000" pitchFamily="2" charset="2"/>
              <a:buChar char="Ø"/>
              <a:defRPr/>
            </a:pPr>
            <a:r>
              <a:rPr lang="en-US" sz="3600" dirty="0">
                <a:latin typeface="+mj-lt"/>
              </a:rPr>
              <a:t>Interpretable feature engineering enhances model transparency.</a:t>
            </a:r>
          </a:p>
          <a:p>
            <a:pPr marL="571500" lvl="0" indent="-571500" algn="just" eaLnBrk="1" hangingPunct="1">
              <a:spcBef>
                <a:spcPct val="50000"/>
              </a:spcBef>
              <a:buFont typeface="Wingdings" panose="05000000000000000000" pitchFamily="2" charset="2"/>
              <a:buChar char="Ø"/>
              <a:defRPr/>
            </a:pPr>
            <a:r>
              <a:rPr lang="en-US" sz="3600" dirty="0">
                <a:latin typeface="+mj-lt"/>
              </a:rPr>
              <a:t>The framework supports practical decision-making in wine production.</a:t>
            </a:r>
          </a:p>
          <a:p>
            <a:pPr marL="571500" lvl="0" indent="-571500" algn="just" eaLnBrk="1" hangingPunct="1">
              <a:spcBef>
                <a:spcPct val="50000"/>
              </a:spcBef>
              <a:buFont typeface="Wingdings" panose="05000000000000000000" pitchFamily="2" charset="2"/>
              <a:buChar char="Ø"/>
              <a:defRPr/>
            </a:pPr>
            <a:r>
              <a:rPr lang="en-US" sz="3600" dirty="0">
                <a:latin typeface="+mj-lt"/>
              </a:rPr>
              <a:t>Results encourage adoption of explainable machine learning models.</a:t>
            </a:r>
          </a:p>
          <a:p>
            <a:pPr marL="571500" lvl="0" indent="-571500" algn="just" eaLnBrk="1" hangingPunct="1">
              <a:spcBef>
                <a:spcPct val="50000"/>
              </a:spcBef>
              <a:buFont typeface="Wingdings" panose="05000000000000000000" pitchFamily="2" charset="2"/>
              <a:buChar char="Ø"/>
              <a:defRPr/>
            </a:pPr>
            <a:r>
              <a:rPr lang="en-US" sz="3600" dirty="0">
                <a:latin typeface="+mj-lt"/>
              </a:rPr>
              <a:t>Future work can include sensory data and aging effects.</a:t>
            </a:r>
            <a:endParaRPr kumimoji="0" lang="en-AU" altLang="en-US" sz="3600" b="0" i="0" u="none" strike="noStrike" kern="1200" cap="none" spc="0" normalizeH="0" baseline="0" noProof="0" dirty="0">
              <a:ln>
                <a:noFill/>
              </a:ln>
              <a:solidFill>
                <a:schemeClr val="tx1"/>
              </a:solidFill>
              <a:effectLst/>
              <a:uLnTx/>
              <a:uFillTx/>
              <a:latin typeface="+mj-lt"/>
              <a:ea typeface="+mn-ea"/>
              <a:cs typeface="+mn-cs"/>
            </a:endParaRPr>
          </a:p>
        </p:txBody>
      </p:sp>
      <p:sp>
        <p:nvSpPr>
          <p:cNvPr id="3083" name="Text Box 13"/>
          <p:cNvSpPr txBox="1"/>
          <p:nvPr/>
        </p:nvSpPr>
        <p:spPr>
          <a:xfrm>
            <a:off x="5940425" y="38844538"/>
            <a:ext cx="11737975" cy="2452687"/>
          </a:xfrm>
          <a:prstGeom prst="rect">
            <a:avLst/>
          </a:prstGeom>
          <a:noFill/>
          <a:ln w="9525">
            <a:noFill/>
          </a:ln>
        </p:spPr>
        <p:txBody>
          <a:bodyPr lIns="234744" tIns="117371" rIns="234744" bIns="117371">
            <a:spAutoFit/>
          </a:bodyPr>
          <a:lstStyle/>
          <a:p>
            <a:pPr algn="ctr" eaLnBrk="1" hangingPunct="1">
              <a:spcBef>
                <a:spcPct val="50000"/>
              </a:spcBef>
            </a:pPr>
            <a:r>
              <a:rPr lang="en-AU" altLang="en-US" sz="3600" b="1" dirty="0">
                <a:solidFill>
                  <a:srgbClr val="9E1616"/>
                </a:solidFill>
                <a:latin typeface="Calibri" panose="020F0502020204030204" charset="0"/>
              </a:rPr>
              <a:t>Computing Undergraduate Research Symposium (ComURS2026)</a:t>
            </a:r>
          </a:p>
          <a:p>
            <a:pPr algn="ctr" eaLnBrk="1" hangingPunct="1"/>
            <a:r>
              <a:rPr lang="en-AU" altLang="en-US" sz="3600" b="1" dirty="0">
                <a:solidFill>
                  <a:srgbClr val="9E1616"/>
                </a:solidFill>
                <a:latin typeface="Calibri" panose="020F0502020204030204" charset="0"/>
              </a:rPr>
              <a:t>Faculty of Computing</a:t>
            </a:r>
          </a:p>
          <a:p>
            <a:pPr algn="ctr" eaLnBrk="1" hangingPunct="1"/>
            <a:r>
              <a:rPr lang="en-AU" altLang="en-US" sz="3600" b="1" dirty="0">
                <a:solidFill>
                  <a:srgbClr val="9E1616"/>
                </a:solidFill>
                <a:latin typeface="Calibri" panose="020F0502020204030204" charset="0"/>
              </a:rPr>
              <a:t>Sabaragamuwa University of Sri Lanka</a:t>
            </a:r>
            <a:endParaRPr lang="en-AU" altLang="en-US" sz="4400" dirty="0">
              <a:solidFill>
                <a:srgbClr val="9E1616"/>
              </a:solidFill>
              <a:latin typeface="Calibri" panose="020F0502020204030204" charset="0"/>
            </a:endParaRPr>
          </a:p>
        </p:txBody>
      </p:sp>
      <p:sp>
        <p:nvSpPr>
          <p:cNvPr id="6" name="Text Box 13"/>
          <p:cNvSpPr txBox="1">
            <a:spLocks noChangeArrowheads="1"/>
          </p:cNvSpPr>
          <p:nvPr/>
        </p:nvSpPr>
        <p:spPr bwMode="auto">
          <a:xfrm>
            <a:off x="14905355" y="10117455"/>
            <a:ext cx="14006830" cy="3517900"/>
          </a:xfrm>
          <a:prstGeom prst="rect">
            <a:avLst/>
          </a:prstGeom>
          <a:noFill/>
          <a:ln>
            <a:solidFill>
              <a:srgbClr val="9E1616"/>
            </a:solidFill>
          </a:ln>
        </p:spPr>
        <p:txBody>
          <a:bodyPr lIns="234744" tIns="117371" rIns="234744" bIns="117371">
            <a:noAutofit/>
          </a:bodyPr>
          <a:lstStyle>
            <a:lvl1pPr>
              <a:defRPr sz="8000">
                <a:solidFill>
                  <a:schemeClr val="tx1"/>
                </a:solidFill>
                <a:latin typeface="Arial" panose="020B0604020202020204" pitchFamily="34" charset="0"/>
              </a:defRPr>
            </a:lvl1pPr>
            <a:lvl2pPr marL="742950" indent="-285750">
              <a:defRPr sz="8000">
                <a:solidFill>
                  <a:schemeClr val="tx1"/>
                </a:solidFill>
                <a:latin typeface="Arial" panose="020B0604020202020204" pitchFamily="34" charset="0"/>
              </a:defRPr>
            </a:lvl2pPr>
            <a:lvl3pPr marL="1143000" indent="-228600">
              <a:defRPr sz="8000">
                <a:solidFill>
                  <a:schemeClr val="tx1"/>
                </a:solidFill>
                <a:latin typeface="Arial" panose="020B0604020202020204" pitchFamily="34" charset="0"/>
              </a:defRPr>
            </a:lvl3pPr>
            <a:lvl4pPr marL="1600200" indent="-228600">
              <a:defRPr sz="8000">
                <a:solidFill>
                  <a:schemeClr val="tx1"/>
                </a:solidFill>
                <a:latin typeface="Arial" panose="020B0604020202020204" pitchFamily="34" charset="0"/>
              </a:defRPr>
            </a:lvl4pPr>
            <a:lvl5pPr marL="2057400" indent="-228600">
              <a:defRPr sz="8000">
                <a:solidFill>
                  <a:schemeClr val="tx1"/>
                </a:solidFill>
                <a:latin typeface="Arial" panose="020B0604020202020204" pitchFamily="34" charset="0"/>
              </a:defRPr>
            </a:lvl5pPr>
            <a:lvl6pPr marL="2514600" indent="-228600" defTabSz="4073525" eaLnBrk="0" fontAlgn="base" hangingPunct="0">
              <a:spcBef>
                <a:spcPct val="0"/>
              </a:spcBef>
              <a:spcAft>
                <a:spcPct val="0"/>
              </a:spcAft>
              <a:defRPr sz="8000">
                <a:solidFill>
                  <a:schemeClr val="tx1"/>
                </a:solidFill>
                <a:latin typeface="Arial" panose="020B0604020202020204" pitchFamily="34" charset="0"/>
              </a:defRPr>
            </a:lvl6pPr>
            <a:lvl7pPr marL="2971800" indent="-228600" defTabSz="4073525" eaLnBrk="0" fontAlgn="base" hangingPunct="0">
              <a:spcBef>
                <a:spcPct val="0"/>
              </a:spcBef>
              <a:spcAft>
                <a:spcPct val="0"/>
              </a:spcAft>
              <a:defRPr sz="8000">
                <a:solidFill>
                  <a:schemeClr val="tx1"/>
                </a:solidFill>
                <a:latin typeface="Arial" panose="020B0604020202020204" pitchFamily="34" charset="0"/>
              </a:defRPr>
            </a:lvl7pPr>
            <a:lvl8pPr marL="3429000" indent="-228600" defTabSz="4073525" eaLnBrk="0" fontAlgn="base" hangingPunct="0">
              <a:spcBef>
                <a:spcPct val="0"/>
              </a:spcBef>
              <a:spcAft>
                <a:spcPct val="0"/>
              </a:spcAft>
              <a:defRPr sz="8000">
                <a:solidFill>
                  <a:schemeClr val="tx1"/>
                </a:solidFill>
                <a:latin typeface="Arial" panose="020B0604020202020204" pitchFamily="34" charset="0"/>
              </a:defRPr>
            </a:lvl8pPr>
            <a:lvl9pPr marL="3886200" indent="-228600" defTabSz="4073525" eaLnBrk="0" fontAlgn="base" hangingPunct="0">
              <a:spcBef>
                <a:spcPct val="0"/>
              </a:spcBef>
              <a:spcAft>
                <a:spcPct val="0"/>
              </a:spcAft>
              <a:defRPr sz="8000">
                <a:solidFill>
                  <a:schemeClr val="tx1"/>
                </a:solidFill>
                <a:latin typeface="Arial" panose="020B0604020202020204" pitchFamily="34" charset="0"/>
              </a:defRPr>
            </a:lvl9pPr>
          </a:lstStyle>
          <a:p>
            <a:pPr marL="857250" marR="0" lvl="0" indent="-857250" algn="l" defTabSz="4073525" rtl="0" eaLnBrk="1" fontAlgn="base" latinLnBrk="0" hangingPunct="1">
              <a:lnSpc>
                <a:spcPct val="100000"/>
              </a:lnSpc>
              <a:spcBef>
                <a:spcPct val="50000"/>
              </a:spcBef>
              <a:spcAft>
                <a:spcPct val="0"/>
              </a:spcAft>
              <a:buClrTx/>
              <a:buSzTx/>
              <a:buFont typeface="+mj-lt"/>
              <a:buAutoNum type="romanUcPeriod" startAt="2"/>
              <a:defRPr/>
            </a:pPr>
            <a:r>
              <a:rPr kumimoji="0" lang="en-AU" altLang="en-US" sz="4400" b="1" i="0" u="none" strike="noStrike" kern="1200" cap="none" spc="0" normalizeH="0" baseline="0" noProof="0" dirty="0">
                <a:ln>
                  <a:noFill/>
                </a:ln>
                <a:solidFill>
                  <a:srgbClr val="9E1616"/>
                </a:solidFill>
                <a:effectLst/>
                <a:uLnTx/>
                <a:uFillTx/>
                <a:latin typeface="Calibri" panose="020F0502020204030204" charset="0"/>
                <a:ea typeface="+mn-ea"/>
                <a:cs typeface="+mn-cs"/>
              </a:rPr>
              <a:t>Literature Review</a:t>
            </a:r>
            <a:endParaRPr kumimoji="0" lang="en-AU" altLang="en-US" sz="4400" b="0" i="0" u="none" strike="noStrike" kern="1200" cap="none" spc="0" normalizeH="0" baseline="0" noProof="0" dirty="0">
              <a:ln>
                <a:noFill/>
              </a:ln>
              <a:solidFill>
                <a:srgbClr val="9E1616"/>
              </a:solidFill>
              <a:effectLst/>
              <a:uLnTx/>
              <a:uFillTx/>
              <a:latin typeface="Calibri" panose="020F0502020204030204" charset="0"/>
              <a:ea typeface="+mn-ea"/>
              <a:cs typeface="+mn-cs"/>
            </a:endParaRPr>
          </a:p>
          <a:p>
            <a:pPr lvl="0" algn="just" eaLnBrk="1" hangingPunct="1">
              <a:spcBef>
                <a:spcPct val="50000"/>
              </a:spcBef>
              <a:defRPr/>
            </a:pPr>
            <a:r>
              <a:rPr lang="en-US" sz="3600" dirty="0">
                <a:latin typeface="+mj-lt"/>
              </a:rPr>
              <a:t>Random Forest and SVM perform well in wine quality prediction. Ensemble and hybrid models improve accuracy, but often lack interpretability. SHAP and LIME enhance transparency, yet few studies combine ensembles, resampling, and explainability.</a:t>
            </a:r>
            <a:endParaRPr kumimoji="0" lang="en-AU" altLang="en-US" sz="3600" b="0" i="0" u="none" strike="noStrike" kern="1200" cap="none" spc="0" normalizeH="0" baseline="0" noProof="0" dirty="0">
              <a:ln>
                <a:noFill/>
              </a:ln>
              <a:solidFill>
                <a:schemeClr val="tx1"/>
              </a:solidFill>
              <a:effectLst/>
              <a:uLnTx/>
              <a:uFillTx/>
              <a:latin typeface="+mj-lt"/>
              <a:ea typeface="+mn-ea"/>
              <a:cs typeface="+mn-cs"/>
            </a:endParaRPr>
          </a:p>
        </p:txBody>
      </p:sp>
      <p:sp>
        <p:nvSpPr>
          <p:cNvPr id="3085" name="Text Box 13"/>
          <p:cNvSpPr txBox="1"/>
          <p:nvPr/>
        </p:nvSpPr>
        <p:spPr>
          <a:xfrm>
            <a:off x="14882813" y="33837563"/>
            <a:ext cx="13955712" cy="5038349"/>
          </a:xfrm>
          <a:prstGeom prst="rect">
            <a:avLst/>
          </a:prstGeom>
          <a:noFill/>
          <a:ln w="9525" cap="flat" cmpd="sng">
            <a:solidFill>
              <a:srgbClr val="9E1616"/>
            </a:solidFill>
            <a:prstDash val="solid"/>
            <a:miter/>
            <a:headEnd type="none" w="med" len="med"/>
            <a:tailEnd type="none" w="med" len="med"/>
          </a:ln>
        </p:spPr>
        <p:txBody>
          <a:bodyPr lIns="234744" tIns="117371" rIns="234744" bIns="117371">
            <a:spAutoFit/>
          </a:bodyPr>
          <a:lstStyle/>
          <a:p>
            <a:pPr eaLnBrk="1" hangingPunct="1">
              <a:spcBef>
                <a:spcPct val="50000"/>
              </a:spcBef>
            </a:pPr>
            <a:r>
              <a:rPr lang="en-AU" altLang="en-US" sz="4000" b="1" dirty="0">
                <a:solidFill>
                  <a:srgbClr val="9E1616"/>
                </a:solidFill>
                <a:latin typeface="Calibri" panose="020F0502020204030204" charset="0"/>
              </a:rPr>
              <a:t>References </a:t>
            </a:r>
          </a:p>
          <a:p>
            <a:pPr algn="just" eaLnBrk="1" hangingPunct="1">
              <a:spcBef>
                <a:spcPct val="50000"/>
              </a:spcBef>
            </a:pPr>
            <a:r>
              <a:rPr lang="en-US" sz="3200" dirty="0">
                <a:latin typeface="+mj-lt"/>
              </a:rPr>
              <a:t>[1] M. </a:t>
            </a:r>
            <a:r>
              <a:rPr lang="en-US" sz="3200" dirty="0" err="1">
                <a:latin typeface="+mj-lt"/>
              </a:rPr>
              <a:t>Basalekou</a:t>
            </a:r>
            <a:r>
              <a:rPr lang="en-US" sz="3200" dirty="0">
                <a:latin typeface="+mj-lt"/>
              </a:rPr>
              <a:t> et al., “Measuring wine quality and typicity,” </a:t>
            </a:r>
            <a:r>
              <a:rPr lang="en-US" sz="3200" i="1" dirty="0">
                <a:latin typeface="+mj-lt"/>
              </a:rPr>
              <a:t>Beverages</a:t>
            </a:r>
            <a:r>
              <a:rPr lang="en-US" sz="3200" dirty="0">
                <a:latin typeface="+mj-lt"/>
              </a:rPr>
              <a:t>, vol. 9, no. 2, 2023.</a:t>
            </a:r>
            <a:br>
              <a:rPr lang="en-US" sz="3200" dirty="0">
                <a:latin typeface="+mj-lt"/>
              </a:rPr>
            </a:br>
            <a:r>
              <a:rPr lang="en-US" sz="3200" dirty="0">
                <a:latin typeface="+mj-lt"/>
              </a:rPr>
              <a:t>[2] A. S. </a:t>
            </a:r>
            <a:r>
              <a:rPr lang="en-US" sz="3200" dirty="0" err="1">
                <a:latin typeface="+mj-lt"/>
              </a:rPr>
              <a:t>Gawale</a:t>
            </a:r>
            <a:r>
              <a:rPr lang="en-US" sz="3200" dirty="0">
                <a:latin typeface="+mj-lt"/>
              </a:rPr>
              <a:t>, “Wine quality prediction using machine learning,” 2023.</a:t>
            </a:r>
            <a:br>
              <a:rPr lang="en-US" sz="3200" dirty="0">
                <a:latin typeface="+mj-lt"/>
              </a:rPr>
            </a:br>
            <a:r>
              <a:rPr lang="en-US" sz="3200" dirty="0">
                <a:latin typeface="+mj-lt"/>
              </a:rPr>
              <a:t>[3] R. T. Hodgson, “Judge reliability in wine competitions,” </a:t>
            </a:r>
            <a:r>
              <a:rPr lang="en-US" sz="3200" i="1" dirty="0">
                <a:latin typeface="+mj-lt"/>
              </a:rPr>
              <a:t>Journal of Wine Economics</a:t>
            </a:r>
            <a:r>
              <a:rPr lang="en-US" sz="3200" dirty="0">
                <a:latin typeface="+mj-lt"/>
              </a:rPr>
              <a:t>, 2008.</a:t>
            </a:r>
            <a:br>
              <a:rPr lang="en-US" sz="3200" dirty="0">
                <a:latin typeface="+mj-lt"/>
              </a:rPr>
            </a:br>
            <a:r>
              <a:rPr lang="en-US" sz="3200" dirty="0">
                <a:latin typeface="+mj-lt"/>
              </a:rPr>
              <a:t>[4] D. F. Török, “Machine learning for predicting wine quality,” 2023.</a:t>
            </a:r>
            <a:br>
              <a:rPr lang="en-US" sz="3200" dirty="0">
                <a:latin typeface="+mj-lt"/>
              </a:rPr>
            </a:br>
            <a:r>
              <a:rPr lang="en-US" sz="3200" dirty="0">
                <a:latin typeface="+mj-lt"/>
              </a:rPr>
              <a:t>[5] Q. Zeng, “Prediction of wine quality using ensemble learning,” 2022.</a:t>
            </a:r>
            <a:endParaRPr lang="en-AU" altLang="en-US" sz="3200" dirty="0">
              <a:latin typeface="+mj-lt"/>
            </a:endParaRPr>
          </a:p>
          <a:p>
            <a:pPr algn="just" eaLnBrk="1" hangingPunct="1"/>
            <a:endParaRPr lang="en-AU" altLang="en-US" sz="3200" dirty="0">
              <a:latin typeface="Calibri" panose="020F0502020204030204" charset="0"/>
            </a:endParaRPr>
          </a:p>
        </p:txBody>
      </p:sp>
      <p:sp>
        <p:nvSpPr>
          <p:cNvPr id="2" name="Text Box 13"/>
          <p:cNvSpPr txBox="1">
            <a:spLocks noChangeArrowheads="1"/>
          </p:cNvSpPr>
          <p:nvPr/>
        </p:nvSpPr>
        <p:spPr bwMode="auto">
          <a:xfrm>
            <a:off x="828675" y="16510000"/>
            <a:ext cx="13823950" cy="22395815"/>
          </a:xfrm>
          <a:prstGeom prst="rect">
            <a:avLst/>
          </a:prstGeom>
          <a:noFill/>
          <a:ln>
            <a:solidFill>
              <a:srgbClr val="9E1616"/>
            </a:solidFill>
          </a:ln>
        </p:spPr>
        <p:txBody>
          <a:bodyPr lIns="234744" tIns="117371" rIns="234744" bIns="117371">
            <a:noAutofit/>
          </a:bodyPr>
          <a:lstStyle>
            <a:lvl1pPr>
              <a:defRPr sz="8000">
                <a:solidFill>
                  <a:schemeClr val="tx1"/>
                </a:solidFill>
                <a:latin typeface="Arial" panose="020B0604020202020204" pitchFamily="34" charset="0"/>
              </a:defRPr>
            </a:lvl1pPr>
            <a:lvl2pPr marL="742950" indent="-285750">
              <a:defRPr sz="8000">
                <a:solidFill>
                  <a:schemeClr val="tx1"/>
                </a:solidFill>
                <a:latin typeface="Arial" panose="020B0604020202020204" pitchFamily="34" charset="0"/>
              </a:defRPr>
            </a:lvl2pPr>
            <a:lvl3pPr marL="1143000" indent="-228600">
              <a:defRPr sz="8000">
                <a:solidFill>
                  <a:schemeClr val="tx1"/>
                </a:solidFill>
                <a:latin typeface="Arial" panose="020B0604020202020204" pitchFamily="34" charset="0"/>
              </a:defRPr>
            </a:lvl3pPr>
            <a:lvl4pPr marL="1600200" indent="-228600">
              <a:defRPr sz="8000">
                <a:solidFill>
                  <a:schemeClr val="tx1"/>
                </a:solidFill>
                <a:latin typeface="Arial" panose="020B0604020202020204" pitchFamily="34" charset="0"/>
              </a:defRPr>
            </a:lvl4pPr>
            <a:lvl5pPr marL="2057400" indent="-228600">
              <a:defRPr sz="8000">
                <a:solidFill>
                  <a:schemeClr val="tx1"/>
                </a:solidFill>
                <a:latin typeface="Arial" panose="020B0604020202020204" pitchFamily="34" charset="0"/>
              </a:defRPr>
            </a:lvl5pPr>
            <a:lvl6pPr marL="2514600" indent="-228600" defTabSz="4073525" eaLnBrk="0" fontAlgn="base" hangingPunct="0">
              <a:spcBef>
                <a:spcPct val="0"/>
              </a:spcBef>
              <a:spcAft>
                <a:spcPct val="0"/>
              </a:spcAft>
              <a:defRPr sz="8000">
                <a:solidFill>
                  <a:schemeClr val="tx1"/>
                </a:solidFill>
                <a:latin typeface="Arial" panose="020B0604020202020204" pitchFamily="34" charset="0"/>
              </a:defRPr>
            </a:lvl6pPr>
            <a:lvl7pPr marL="2971800" indent="-228600" defTabSz="4073525" eaLnBrk="0" fontAlgn="base" hangingPunct="0">
              <a:spcBef>
                <a:spcPct val="0"/>
              </a:spcBef>
              <a:spcAft>
                <a:spcPct val="0"/>
              </a:spcAft>
              <a:defRPr sz="8000">
                <a:solidFill>
                  <a:schemeClr val="tx1"/>
                </a:solidFill>
                <a:latin typeface="Arial" panose="020B0604020202020204" pitchFamily="34" charset="0"/>
              </a:defRPr>
            </a:lvl7pPr>
            <a:lvl8pPr marL="3429000" indent="-228600" defTabSz="4073525" eaLnBrk="0" fontAlgn="base" hangingPunct="0">
              <a:spcBef>
                <a:spcPct val="0"/>
              </a:spcBef>
              <a:spcAft>
                <a:spcPct val="0"/>
              </a:spcAft>
              <a:defRPr sz="8000">
                <a:solidFill>
                  <a:schemeClr val="tx1"/>
                </a:solidFill>
                <a:latin typeface="Arial" panose="020B0604020202020204" pitchFamily="34" charset="0"/>
              </a:defRPr>
            </a:lvl8pPr>
            <a:lvl9pPr marL="3886200" indent="-228600" defTabSz="4073525" eaLnBrk="0" fontAlgn="base" hangingPunct="0">
              <a:spcBef>
                <a:spcPct val="0"/>
              </a:spcBef>
              <a:spcAft>
                <a:spcPct val="0"/>
              </a:spcAft>
              <a:defRPr sz="8000">
                <a:solidFill>
                  <a:schemeClr val="tx1"/>
                </a:solidFill>
                <a:latin typeface="Arial" panose="020B0604020202020204" pitchFamily="34" charset="0"/>
              </a:defRPr>
            </a:lvl9pPr>
          </a:lstStyle>
          <a:p>
            <a:pPr marL="857250" marR="0" lvl="0" indent="-857250" algn="l" defTabSz="4073525" rtl="0" eaLnBrk="1" fontAlgn="base" latinLnBrk="0" hangingPunct="1">
              <a:lnSpc>
                <a:spcPct val="100000"/>
              </a:lnSpc>
              <a:spcBef>
                <a:spcPts val="0"/>
              </a:spcBef>
              <a:spcAft>
                <a:spcPct val="0"/>
              </a:spcAft>
              <a:buClrTx/>
              <a:buSzTx/>
              <a:buFont typeface="+mj-lt"/>
              <a:buAutoNum type="romanUcPeriod" startAt="3"/>
              <a:defRPr/>
            </a:pPr>
            <a:r>
              <a:rPr kumimoji="0" lang="en-AU" altLang="en-US" sz="4400" b="1" i="0" u="none" strike="noStrike" kern="1200" cap="none" spc="0" normalizeH="0" baseline="0" noProof="0" dirty="0">
                <a:ln>
                  <a:noFill/>
                </a:ln>
                <a:solidFill>
                  <a:srgbClr val="9E1616"/>
                </a:solidFill>
                <a:effectLst/>
                <a:uLnTx/>
                <a:uFillTx/>
                <a:latin typeface="Calibri" panose="020F0502020204030204" charset="0"/>
                <a:ea typeface="+mn-ea"/>
                <a:cs typeface="+mn-cs"/>
              </a:rPr>
              <a:t>Methodology</a:t>
            </a:r>
            <a:endParaRPr lang="en-AU" altLang="en-US" sz="3600" dirty="0">
              <a:solidFill>
                <a:srgbClr val="9E1616"/>
              </a:solidFill>
              <a:latin typeface="Calibri" panose="020F0502020204030204" charset="0"/>
            </a:endParaRPr>
          </a:p>
          <a:p>
            <a:pPr marR="0" lvl="0" algn="l" defTabSz="4073525" rtl="0" eaLnBrk="1" fontAlgn="base" latinLnBrk="0" hangingPunct="1">
              <a:lnSpc>
                <a:spcPct val="100000"/>
              </a:lnSpc>
              <a:spcBef>
                <a:spcPts val="0"/>
              </a:spcBef>
              <a:spcAft>
                <a:spcPct val="0"/>
              </a:spcAft>
              <a:buClrTx/>
              <a:buSzTx/>
              <a:defRPr/>
            </a:pPr>
            <a:endParaRPr kumimoji="0" lang="en-AU" altLang="en-US" sz="3600" b="0" i="0" u="none" strike="noStrike" kern="1200" cap="none" spc="0" normalizeH="0" baseline="0" noProof="0" dirty="0">
              <a:ln>
                <a:noFill/>
              </a:ln>
              <a:solidFill>
                <a:schemeClr val="tx1"/>
              </a:solidFill>
              <a:effectLst/>
              <a:uLnTx/>
              <a:uFillTx/>
              <a:latin typeface="Calibri" panose="020F0502020204030204" charset="0"/>
              <a:ea typeface="+mn-ea"/>
              <a:cs typeface="+mn-cs"/>
            </a:endParaRPr>
          </a:p>
          <a:p>
            <a:pPr marL="571500" lvl="0" indent="-571500" eaLnBrk="1" hangingPunct="1">
              <a:spcBef>
                <a:spcPts val="0"/>
              </a:spcBef>
              <a:buFont typeface="Wingdings" panose="05000000000000000000" pitchFamily="2" charset="2"/>
              <a:buChar char="Ø"/>
              <a:defRPr/>
            </a:pPr>
            <a:r>
              <a:rPr lang="en-US" altLang="en-US" sz="3600" dirty="0">
                <a:latin typeface="Calibri" panose="020F0502020204030204" charset="0"/>
              </a:rPr>
              <a:t>There were public datasets of red and white wine.</a:t>
            </a:r>
          </a:p>
          <a:p>
            <a:pPr marL="571500" lvl="0" indent="-571500" eaLnBrk="1" hangingPunct="1">
              <a:spcBef>
                <a:spcPts val="0"/>
              </a:spcBef>
              <a:buFont typeface="Wingdings" panose="05000000000000000000" pitchFamily="2" charset="2"/>
              <a:buChar char="Ø"/>
              <a:defRPr/>
            </a:pPr>
            <a:endParaRPr lang="en-US" altLang="en-US" sz="3600" dirty="0">
              <a:latin typeface="Calibri" panose="020F0502020204030204" charset="0"/>
            </a:endParaRPr>
          </a:p>
          <a:p>
            <a:pPr marL="571500" lvl="0" indent="-571500" eaLnBrk="1" hangingPunct="1">
              <a:spcBef>
                <a:spcPts val="0"/>
              </a:spcBef>
              <a:buFont typeface="Wingdings" panose="05000000000000000000" pitchFamily="2" charset="2"/>
              <a:buChar char="Ø"/>
              <a:defRPr/>
            </a:pPr>
            <a:r>
              <a:rPr lang="en-US" altLang="en-US" sz="3600" dirty="0">
                <a:latin typeface="Calibri" panose="020F0502020204030204" charset="0"/>
              </a:rPr>
              <a:t>Class imbalance was found during exploratory data analysis.</a:t>
            </a:r>
          </a:p>
          <a:p>
            <a:pPr marL="571500" lvl="0" indent="-571500" eaLnBrk="1" hangingPunct="1">
              <a:spcBef>
                <a:spcPts val="0"/>
              </a:spcBef>
              <a:buFont typeface="Wingdings" panose="05000000000000000000" pitchFamily="2" charset="2"/>
              <a:buChar char="Ø"/>
              <a:defRPr/>
            </a:pPr>
            <a:endParaRPr lang="en-US" altLang="en-US" sz="3600" dirty="0">
              <a:latin typeface="Calibri" panose="020F0502020204030204" charset="0"/>
            </a:endParaRPr>
          </a:p>
          <a:p>
            <a:pPr marL="571500" lvl="0" indent="-571500" eaLnBrk="1" hangingPunct="1">
              <a:spcBef>
                <a:spcPts val="0"/>
              </a:spcBef>
              <a:buFont typeface="Wingdings" panose="05000000000000000000" pitchFamily="2" charset="2"/>
              <a:buChar char="Ø"/>
              <a:defRPr/>
            </a:pPr>
            <a:r>
              <a:rPr lang="en-US" altLang="en-US" sz="3600" dirty="0">
                <a:latin typeface="Calibri" panose="020F0502020204030204" charset="0"/>
              </a:rPr>
              <a:t>Scaling and resampling were done with SMOTE and SMOTE-ENN.</a:t>
            </a:r>
          </a:p>
          <a:p>
            <a:pPr marL="571500" lvl="0" indent="-571500" eaLnBrk="1" hangingPunct="1">
              <a:spcBef>
                <a:spcPts val="0"/>
              </a:spcBef>
              <a:buFont typeface="Wingdings" panose="05000000000000000000" pitchFamily="2" charset="2"/>
              <a:buChar char="Ø"/>
              <a:defRPr/>
            </a:pPr>
            <a:endParaRPr lang="en-US" altLang="en-US" sz="3600" dirty="0">
              <a:latin typeface="Calibri" panose="020F0502020204030204" charset="0"/>
            </a:endParaRPr>
          </a:p>
          <a:p>
            <a:pPr marL="571500" lvl="0" indent="-571500" eaLnBrk="1" hangingPunct="1">
              <a:spcBef>
                <a:spcPts val="0"/>
              </a:spcBef>
              <a:buFont typeface="Wingdings" panose="05000000000000000000" pitchFamily="2" charset="2"/>
              <a:buChar char="Ø"/>
              <a:defRPr/>
            </a:pPr>
            <a:r>
              <a:rPr lang="en-US" altLang="en-US" sz="3600" dirty="0">
                <a:latin typeface="Calibri" panose="020F0502020204030204" charset="0"/>
              </a:rPr>
              <a:t>Correlation analysis and model-based importance was used to select the features.</a:t>
            </a:r>
          </a:p>
          <a:p>
            <a:pPr marL="571500" lvl="0" indent="-571500" eaLnBrk="1" hangingPunct="1">
              <a:spcBef>
                <a:spcPts val="0"/>
              </a:spcBef>
              <a:buFont typeface="Wingdings" panose="05000000000000000000" pitchFamily="2" charset="2"/>
              <a:buChar char="Ø"/>
              <a:defRPr/>
            </a:pPr>
            <a:endParaRPr lang="en-US" altLang="en-US" sz="3600" dirty="0">
              <a:latin typeface="Calibri" panose="020F0502020204030204" charset="0"/>
            </a:endParaRPr>
          </a:p>
          <a:p>
            <a:pPr marL="571500" lvl="0" indent="-571500" eaLnBrk="1" hangingPunct="1">
              <a:spcBef>
                <a:spcPts val="0"/>
              </a:spcBef>
              <a:buFont typeface="Wingdings" panose="05000000000000000000" pitchFamily="2" charset="2"/>
              <a:buChar char="Ø"/>
              <a:defRPr/>
            </a:pPr>
            <a:r>
              <a:rPr lang="en-US" altLang="en-US" sz="3600" dirty="0">
                <a:latin typeface="Calibri" panose="020F0502020204030204" charset="0"/>
              </a:rPr>
              <a:t>The baseline models consisted of SVM, Naive Bayes, ANN, Random Forest and Gradient Boosting.</a:t>
            </a:r>
          </a:p>
          <a:p>
            <a:pPr marL="571500" lvl="0" indent="-571500" eaLnBrk="1" hangingPunct="1">
              <a:spcBef>
                <a:spcPts val="0"/>
              </a:spcBef>
              <a:buFont typeface="Wingdings" panose="05000000000000000000" pitchFamily="2" charset="2"/>
              <a:buChar char="Ø"/>
              <a:defRPr/>
            </a:pPr>
            <a:endParaRPr lang="en-US" altLang="en-US" sz="3600" dirty="0">
              <a:latin typeface="Calibri" panose="020F0502020204030204" charset="0"/>
            </a:endParaRPr>
          </a:p>
          <a:p>
            <a:pPr marL="571500" lvl="0" indent="-571500" eaLnBrk="1" hangingPunct="1">
              <a:spcBef>
                <a:spcPts val="0"/>
              </a:spcBef>
              <a:buFont typeface="Wingdings" panose="05000000000000000000" pitchFamily="2" charset="2"/>
              <a:buChar char="Ø"/>
              <a:defRPr/>
            </a:pPr>
            <a:r>
              <a:rPr lang="en-US" altLang="en-US" sz="3600" dirty="0">
                <a:latin typeface="Calibri" panose="020F0502020204030204" charset="0"/>
              </a:rPr>
              <a:t>Stacking and voting techniques were applied in hybrid ensemble models.</a:t>
            </a:r>
          </a:p>
          <a:p>
            <a:pPr marL="571500" lvl="0" indent="-571500" eaLnBrk="1" hangingPunct="1">
              <a:spcBef>
                <a:spcPts val="0"/>
              </a:spcBef>
              <a:buFont typeface="Wingdings" panose="05000000000000000000" pitchFamily="2" charset="2"/>
              <a:buChar char="Ø"/>
              <a:defRPr/>
            </a:pPr>
            <a:endParaRPr lang="en-US" altLang="en-US" sz="3600" dirty="0">
              <a:latin typeface="Calibri" panose="020F0502020204030204" charset="0"/>
            </a:endParaRPr>
          </a:p>
          <a:p>
            <a:pPr marL="571500" lvl="0" indent="-571500" eaLnBrk="1" hangingPunct="1">
              <a:spcBef>
                <a:spcPts val="0"/>
              </a:spcBef>
              <a:buFont typeface="Wingdings" panose="05000000000000000000" pitchFamily="2" charset="2"/>
              <a:buChar char="Ø"/>
              <a:defRPr/>
            </a:pPr>
            <a:r>
              <a:rPr lang="en-US" altLang="en-US" sz="3600" dirty="0">
                <a:latin typeface="Calibri" panose="020F0502020204030204" charset="0"/>
              </a:rPr>
              <a:t>Measures of evaluation were accuracy, recall, F1-score and ROC-AUC.</a:t>
            </a:r>
          </a:p>
          <a:p>
            <a:pPr marL="571500" lvl="0" indent="-571500" eaLnBrk="1" hangingPunct="1">
              <a:spcBef>
                <a:spcPts val="0"/>
              </a:spcBef>
              <a:buFont typeface="Wingdings" panose="05000000000000000000" pitchFamily="2" charset="2"/>
              <a:buChar char="Ø"/>
              <a:defRPr/>
            </a:pPr>
            <a:endParaRPr lang="en-US" altLang="en-US" sz="3600" dirty="0">
              <a:latin typeface="Calibri" panose="020F0502020204030204" charset="0"/>
            </a:endParaRPr>
          </a:p>
          <a:p>
            <a:pPr marL="571500" lvl="0" indent="-571500" eaLnBrk="1" hangingPunct="1">
              <a:spcBef>
                <a:spcPts val="0"/>
              </a:spcBef>
              <a:buFont typeface="Wingdings" panose="05000000000000000000" pitchFamily="2" charset="2"/>
              <a:buChar char="Ø"/>
              <a:defRPr/>
            </a:pPr>
            <a:r>
              <a:rPr lang="en-US" altLang="en-US" sz="3600" dirty="0">
                <a:latin typeface="Calibri" panose="020F0502020204030204" charset="0"/>
              </a:rPr>
              <a:t>The model interpretability was done using SHAP and LIME.</a:t>
            </a:r>
            <a:endParaRPr kumimoji="0" lang="en-AU" altLang="en-US" sz="3600" b="0" i="0" u="none" strike="noStrike" kern="1200" cap="none" spc="0" normalizeH="0" baseline="0" noProof="0" dirty="0">
              <a:ln>
                <a:noFill/>
              </a:ln>
              <a:solidFill>
                <a:schemeClr val="tx1"/>
              </a:solidFill>
              <a:effectLst/>
              <a:uLnTx/>
              <a:uFillTx/>
              <a:latin typeface="Calibri" panose="020F0502020204030204" charset="0"/>
              <a:ea typeface="+mn-ea"/>
              <a:cs typeface="+mn-cs"/>
            </a:endParaRPr>
          </a:p>
          <a:p>
            <a:pPr marL="0" marR="0" lvl="0" indent="0" algn="r" defTabSz="4073525" rtl="0" eaLnBrk="1" fontAlgn="base" latinLnBrk="0" hangingPunct="1">
              <a:lnSpc>
                <a:spcPct val="100000"/>
              </a:lnSpc>
              <a:spcBef>
                <a:spcPct val="50000"/>
              </a:spcBef>
              <a:spcAft>
                <a:spcPct val="0"/>
              </a:spcAft>
              <a:buClrTx/>
              <a:buSzTx/>
              <a:buFontTx/>
              <a:buNone/>
              <a:defRPr/>
            </a:pPr>
            <a:endParaRPr kumimoji="0" lang="en-AU" altLang="en-US" sz="3600" b="0" i="0" u="none" strike="noStrike" kern="1200" cap="none" spc="0" normalizeH="0" baseline="0" noProof="0" dirty="0">
              <a:ln>
                <a:noFill/>
              </a:ln>
              <a:solidFill>
                <a:schemeClr val="tx1"/>
              </a:solidFill>
              <a:effectLst/>
              <a:uLnTx/>
              <a:uFillTx/>
              <a:latin typeface="Calibri" panose="020F0502020204030204" charset="0"/>
              <a:ea typeface="+mn-ea"/>
              <a:cs typeface="+mn-cs"/>
            </a:endParaRPr>
          </a:p>
          <a:p>
            <a:pPr marL="0" marR="0" lvl="0" indent="0" algn="r" defTabSz="4073525" rtl="0" eaLnBrk="1" fontAlgn="base" latinLnBrk="0" hangingPunct="1">
              <a:lnSpc>
                <a:spcPct val="100000"/>
              </a:lnSpc>
              <a:spcBef>
                <a:spcPct val="50000"/>
              </a:spcBef>
              <a:spcAft>
                <a:spcPct val="0"/>
              </a:spcAft>
              <a:buClrTx/>
              <a:buSzTx/>
              <a:buFontTx/>
              <a:buNone/>
              <a:defRPr/>
            </a:pPr>
            <a:endParaRPr kumimoji="0" lang="en-AU" altLang="en-US" sz="3600" b="0" i="0" u="none" strike="noStrike" kern="1200" cap="none" spc="0" normalizeH="0" baseline="0" noProof="0" dirty="0">
              <a:ln>
                <a:noFill/>
              </a:ln>
              <a:solidFill>
                <a:schemeClr val="tx1"/>
              </a:solidFill>
              <a:effectLst/>
              <a:uLnTx/>
              <a:uFillTx/>
              <a:latin typeface="Calibri" panose="020F0502020204030204" charset="0"/>
              <a:ea typeface="+mn-ea"/>
              <a:cs typeface="+mn-cs"/>
            </a:endParaRPr>
          </a:p>
          <a:p>
            <a:pPr marL="0" marR="0" lvl="0" indent="0" algn="r" defTabSz="4073525" rtl="0" eaLnBrk="1" fontAlgn="base" latinLnBrk="0" hangingPunct="1">
              <a:lnSpc>
                <a:spcPct val="100000"/>
              </a:lnSpc>
              <a:spcBef>
                <a:spcPct val="50000"/>
              </a:spcBef>
              <a:spcAft>
                <a:spcPct val="0"/>
              </a:spcAft>
              <a:buClrTx/>
              <a:buSzTx/>
              <a:buFontTx/>
              <a:buNone/>
              <a:defRPr/>
            </a:pPr>
            <a:endParaRPr kumimoji="0" lang="en-AU" altLang="en-US" sz="3600" b="0" i="0" u="none" strike="noStrike" kern="1200" cap="none" spc="0" normalizeH="0" baseline="0" noProof="0" dirty="0">
              <a:ln>
                <a:noFill/>
              </a:ln>
              <a:solidFill>
                <a:schemeClr val="tx1"/>
              </a:solidFill>
              <a:effectLst/>
              <a:uLnTx/>
              <a:uFillTx/>
              <a:latin typeface="Calibri" panose="020F0502020204030204" charset="0"/>
              <a:ea typeface="+mn-ea"/>
              <a:cs typeface="+mn-cs"/>
            </a:endParaRPr>
          </a:p>
          <a:p>
            <a:pPr marL="0" marR="0" lvl="0" indent="0" algn="r" defTabSz="4073525" rtl="0" eaLnBrk="1" fontAlgn="base" latinLnBrk="0" hangingPunct="1">
              <a:lnSpc>
                <a:spcPct val="100000"/>
              </a:lnSpc>
              <a:spcBef>
                <a:spcPct val="50000"/>
              </a:spcBef>
              <a:spcAft>
                <a:spcPct val="0"/>
              </a:spcAft>
              <a:buClrTx/>
              <a:buSzTx/>
              <a:buFontTx/>
              <a:buNone/>
              <a:defRPr/>
            </a:pPr>
            <a:endParaRPr kumimoji="0" lang="en-AU" altLang="en-US" sz="3600" b="0" i="0" u="none" strike="noStrike" kern="1200" cap="none" spc="0" normalizeH="0" baseline="0" noProof="0" dirty="0">
              <a:ln>
                <a:noFill/>
              </a:ln>
              <a:solidFill>
                <a:schemeClr val="tx1"/>
              </a:solidFill>
              <a:effectLst/>
              <a:uLnTx/>
              <a:uFillTx/>
              <a:latin typeface="Calibri" panose="020F0502020204030204" charset="0"/>
              <a:ea typeface="+mn-ea"/>
              <a:cs typeface="+mn-cs"/>
            </a:endParaRPr>
          </a:p>
          <a:p>
            <a:pPr marL="0" marR="0" lvl="0" indent="0" algn="ctr" defTabSz="4073525" rtl="0" eaLnBrk="1" fontAlgn="base" latinLnBrk="0" hangingPunct="1">
              <a:lnSpc>
                <a:spcPct val="100000"/>
              </a:lnSpc>
              <a:spcBef>
                <a:spcPct val="50000"/>
              </a:spcBef>
              <a:spcAft>
                <a:spcPct val="0"/>
              </a:spcAft>
              <a:buClrTx/>
              <a:buSzTx/>
              <a:buFontTx/>
              <a:buNone/>
              <a:defRPr/>
            </a:pPr>
            <a:endParaRPr kumimoji="0" lang="en-AU" altLang="en-US" sz="3600" b="0" i="0" u="none" strike="noStrike" kern="1200" cap="none" spc="0" normalizeH="0" baseline="0" noProof="0" dirty="0">
              <a:ln>
                <a:noFill/>
              </a:ln>
              <a:solidFill>
                <a:schemeClr val="tx1"/>
              </a:solidFill>
              <a:effectLst/>
              <a:uLnTx/>
              <a:uFillTx/>
              <a:latin typeface="Calibri" panose="020F0502020204030204" charset="0"/>
              <a:ea typeface="+mn-ea"/>
              <a:cs typeface="+mn-cs"/>
            </a:endParaRPr>
          </a:p>
          <a:p>
            <a:pPr marL="0" marR="0" lvl="0" indent="0" algn="just" defTabSz="4073525" rtl="0" eaLnBrk="1" fontAlgn="base" latinLnBrk="0" hangingPunct="1">
              <a:lnSpc>
                <a:spcPct val="100000"/>
              </a:lnSpc>
              <a:spcBef>
                <a:spcPct val="50000"/>
              </a:spcBef>
              <a:spcAft>
                <a:spcPct val="0"/>
              </a:spcAft>
              <a:buClrTx/>
              <a:buSzTx/>
              <a:buFontTx/>
              <a:buNone/>
              <a:defRPr/>
            </a:pPr>
            <a:endParaRPr kumimoji="0" lang="en-AU" altLang="en-US" sz="3600" b="0" i="0" u="none" strike="noStrike" kern="1200" cap="none" spc="0" normalizeH="0" baseline="0" noProof="0" dirty="0">
              <a:ln>
                <a:noFill/>
              </a:ln>
              <a:solidFill>
                <a:schemeClr val="tx1"/>
              </a:solidFill>
              <a:effectLst/>
              <a:uLnTx/>
              <a:uFillTx/>
              <a:latin typeface="Calibri" panose="020F0502020204030204" charset="0"/>
              <a:ea typeface="+mn-ea"/>
              <a:cs typeface="+mn-cs"/>
            </a:endParaRPr>
          </a:p>
          <a:p>
            <a:pPr marL="0" marR="0" lvl="0" indent="0" algn="just" defTabSz="4073525" rtl="0" eaLnBrk="1" fontAlgn="base" latinLnBrk="0" hangingPunct="1">
              <a:lnSpc>
                <a:spcPct val="100000"/>
              </a:lnSpc>
              <a:spcBef>
                <a:spcPct val="50000"/>
              </a:spcBef>
              <a:spcAft>
                <a:spcPct val="0"/>
              </a:spcAft>
              <a:buClrTx/>
              <a:buSzTx/>
              <a:buFontTx/>
              <a:buNone/>
              <a:defRPr/>
            </a:pPr>
            <a:endParaRPr kumimoji="0" lang="en-AU" altLang="en-US" sz="3600" b="0" i="0" u="none" strike="noStrike" kern="1200" cap="none" spc="0" normalizeH="0" baseline="0" noProof="0" dirty="0">
              <a:ln>
                <a:noFill/>
              </a:ln>
              <a:solidFill>
                <a:schemeClr val="tx1"/>
              </a:solidFill>
              <a:effectLst/>
              <a:uLnTx/>
              <a:uFillTx/>
              <a:latin typeface="Calibri" panose="020F0502020204030204" charset="0"/>
              <a:ea typeface="+mn-ea"/>
              <a:cs typeface="+mn-cs"/>
            </a:endParaRPr>
          </a:p>
          <a:p>
            <a:pPr marL="0" marR="0" lvl="0" indent="0" algn="l" defTabSz="4073525" rtl="0" eaLnBrk="1" fontAlgn="base" latinLnBrk="0" hangingPunct="1">
              <a:lnSpc>
                <a:spcPct val="100000"/>
              </a:lnSpc>
              <a:spcBef>
                <a:spcPct val="50000"/>
              </a:spcBef>
              <a:spcAft>
                <a:spcPct val="0"/>
              </a:spcAft>
              <a:buClrTx/>
              <a:buSzTx/>
              <a:buFontTx/>
              <a:buNone/>
              <a:defRPr/>
            </a:pPr>
            <a:endParaRPr kumimoji="0" lang="en-AU" altLang="en-US" sz="3600" b="0" i="0" u="none" strike="noStrike" kern="1200" cap="none" spc="0" normalizeH="0" baseline="0" noProof="0" dirty="0">
              <a:ln>
                <a:noFill/>
              </a:ln>
              <a:solidFill>
                <a:schemeClr val="tx1"/>
              </a:solidFill>
              <a:effectLst/>
              <a:uLnTx/>
              <a:uFillTx/>
              <a:latin typeface="Calibri" panose="020F0502020204030204" charset="0"/>
              <a:ea typeface="+mn-ea"/>
              <a:cs typeface="+mn-cs"/>
            </a:endParaRPr>
          </a:p>
          <a:p>
            <a:pPr marL="0" marR="0" lvl="0" indent="0" algn="l" defTabSz="4073525" rtl="0" eaLnBrk="1" fontAlgn="base" latinLnBrk="0" hangingPunct="1">
              <a:lnSpc>
                <a:spcPct val="100000"/>
              </a:lnSpc>
              <a:spcBef>
                <a:spcPct val="50000"/>
              </a:spcBef>
              <a:spcAft>
                <a:spcPct val="0"/>
              </a:spcAft>
              <a:buClrTx/>
              <a:buSzTx/>
              <a:buFontTx/>
              <a:buNone/>
              <a:defRPr/>
            </a:pPr>
            <a:endParaRPr lang="en-AU" altLang="en-US" sz="3600" dirty="0">
              <a:latin typeface="Calibri" panose="020F0502020204030204" charset="0"/>
            </a:endParaRPr>
          </a:p>
          <a:p>
            <a:pPr marL="0" marR="0" lvl="0" indent="0" algn="l" defTabSz="4073525" rtl="0" eaLnBrk="1" fontAlgn="base" latinLnBrk="0" hangingPunct="1">
              <a:lnSpc>
                <a:spcPct val="100000"/>
              </a:lnSpc>
              <a:spcBef>
                <a:spcPct val="50000"/>
              </a:spcBef>
              <a:spcAft>
                <a:spcPct val="0"/>
              </a:spcAft>
              <a:buClrTx/>
              <a:buSzTx/>
              <a:buFontTx/>
              <a:buNone/>
              <a:defRPr/>
            </a:pPr>
            <a:endParaRPr kumimoji="0" lang="en-AU" altLang="en-US" sz="3600" b="0" i="0" u="none" strike="noStrike" kern="1200" cap="none" spc="0" normalizeH="0" baseline="0" noProof="0" dirty="0">
              <a:ln>
                <a:noFill/>
              </a:ln>
              <a:solidFill>
                <a:schemeClr val="tx1"/>
              </a:solidFill>
              <a:effectLst/>
              <a:uLnTx/>
              <a:uFillTx/>
              <a:latin typeface="Calibri" panose="020F0502020204030204" charset="0"/>
              <a:ea typeface="+mn-ea"/>
              <a:cs typeface="+mn-cs"/>
            </a:endParaRPr>
          </a:p>
          <a:p>
            <a:pPr marL="0" marR="0" lvl="0" indent="0" algn="l" defTabSz="4073525" rtl="0" eaLnBrk="1" fontAlgn="base" latinLnBrk="0" hangingPunct="1">
              <a:lnSpc>
                <a:spcPct val="100000"/>
              </a:lnSpc>
              <a:spcBef>
                <a:spcPct val="50000"/>
              </a:spcBef>
              <a:spcAft>
                <a:spcPct val="0"/>
              </a:spcAft>
              <a:buClrTx/>
              <a:buSzTx/>
              <a:buFontTx/>
              <a:buNone/>
              <a:defRPr/>
            </a:pPr>
            <a:endParaRPr lang="en-AU" altLang="en-US" sz="3600" dirty="0">
              <a:latin typeface="Calibri" panose="020F0502020204030204" charset="0"/>
            </a:endParaRPr>
          </a:p>
          <a:p>
            <a:pPr marL="0" marR="0" lvl="0" indent="0" algn="l" defTabSz="4073525" rtl="0" eaLnBrk="1" fontAlgn="base" latinLnBrk="0" hangingPunct="1">
              <a:lnSpc>
                <a:spcPct val="100000"/>
              </a:lnSpc>
              <a:spcBef>
                <a:spcPct val="50000"/>
              </a:spcBef>
              <a:spcAft>
                <a:spcPct val="0"/>
              </a:spcAft>
              <a:buClrTx/>
              <a:buSzTx/>
              <a:buFontTx/>
              <a:buNone/>
              <a:defRPr/>
            </a:pPr>
            <a:r>
              <a:rPr kumimoji="0" lang="en-AU" altLang="en-US" sz="3600" b="0" i="0" u="none" strike="noStrike" kern="1200" cap="none" spc="0" normalizeH="0" baseline="0" noProof="0" dirty="0">
                <a:ln>
                  <a:noFill/>
                </a:ln>
                <a:solidFill>
                  <a:schemeClr val="tx1"/>
                </a:solidFill>
                <a:effectLst/>
                <a:uLnTx/>
                <a:uFillTx/>
                <a:latin typeface="Calibri" panose="020F0502020204030204" charset="0"/>
                <a:ea typeface="+mn-ea"/>
                <a:cs typeface="+mn-cs"/>
              </a:rPr>
              <a:t>                                                            Fig. 1.</a:t>
            </a:r>
          </a:p>
        </p:txBody>
      </p:sp>
      <p:pic>
        <p:nvPicPr>
          <p:cNvPr id="3123" name="Picture 4"/>
          <p:cNvPicPr>
            <a:picLocks noChangeAspect="1"/>
          </p:cNvPicPr>
          <p:nvPr/>
        </p:nvPicPr>
        <p:blipFill>
          <a:blip r:embed="rId4"/>
          <a:stretch>
            <a:fillRect/>
          </a:stretch>
        </p:blipFill>
        <p:spPr>
          <a:xfrm>
            <a:off x="207963" y="1316038"/>
            <a:ext cx="5076825" cy="2155825"/>
          </a:xfrm>
          <a:prstGeom prst="rect">
            <a:avLst/>
          </a:prstGeom>
          <a:noFill/>
          <a:ln w="9525">
            <a:noFill/>
          </a:ln>
        </p:spPr>
      </p:pic>
      <p:sp>
        <p:nvSpPr>
          <p:cNvPr id="9" name="Rectangle 8"/>
          <p:cNvSpPr/>
          <p:nvPr/>
        </p:nvSpPr>
        <p:spPr>
          <a:xfrm>
            <a:off x="828674" y="5164930"/>
            <a:ext cx="28082875" cy="551658"/>
          </a:xfrm>
          <a:prstGeom prst="rect">
            <a:avLst/>
          </a:prstGeom>
          <a:gradFill flip="none" rotWithShape="1">
            <a:gsLst>
              <a:gs pos="100000">
                <a:srgbClr val="540403"/>
              </a:gs>
              <a:gs pos="24000">
                <a:srgbClr val="9E1616"/>
              </a:gs>
              <a:gs pos="3000">
                <a:srgbClr val="9E1616"/>
              </a:gs>
              <a:gs pos="46000">
                <a:srgbClr val="540403"/>
              </a:gs>
              <a:gs pos="0">
                <a:srgbClr val="FC5D08"/>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marL="0" marR="0" lvl="0" indent="0" algn="ctr" defTabSz="4073525" rtl="0" eaLnBrk="0" fontAlgn="base" latinLnBrk="0" hangingPunct="0">
              <a:lnSpc>
                <a:spcPct val="100000"/>
              </a:lnSpc>
              <a:spcBef>
                <a:spcPct val="0"/>
              </a:spcBef>
              <a:spcAft>
                <a:spcPct val="0"/>
              </a:spcAft>
              <a:buClrTx/>
              <a:buSzTx/>
              <a:buFontTx/>
              <a:buNone/>
              <a:defRPr/>
            </a:pPr>
            <a:endParaRPr kumimoji="0" lang="en-US" sz="8000" b="0" i="0" u="none" strike="noStrike" kern="1200" cap="none" spc="0" normalizeH="0" baseline="0" noProof="0">
              <a:ln>
                <a:noFill/>
              </a:ln>
              <a:solidFill>
                <a:schemeClr val="lt1"/>
              </a:solidFill>
              <a:effectLst/>
              <a:uLnTx/>
              <a:uFillTx/>
              <a:latin typeface="+mn-lt"/>
              <a:ea typeface="+mn-ea"/>
              <a:cs typeface="+mn-cs"/>
            </a:endParaRPr>
          </a:p>
        </p:txBody>
      </p:sp>
      <p:pic>
        <p:nvPicPr>
          <p:cNvPr id="4" name="Picture 3">
            <a:extLst>
              <a:ext uri="{FF2B5EF4-FFF2-40B4-BE49-F238E27FC236}">
                <a16:creationId xmlns:a16="http://schemas.microsoft.com/office/drawing/2014/main" id="{6811C6DB-32F9-A605-5D8F-2A43FCB597E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57310" y="28884804"/>
            <a:ext cx="12566679" cy="8377786"/>
          </a:xfrm>
          <a:prstGeom prst="rect">
            <a:avLst/>
          </a:prstGeom>
          <a:ln>
            <a:noFill/>
          </a:ln>
          <a:effectLst>
            <a:softEdge rad="112500"/>
          </a:effectLst>
        </p:spPr>
      </p:pic>
      <p:pic>
        <p:nvPicPr>
          <p:cNvPr id="12" name="Picture 11">
            <a:extLst>
              <a:ext uri="{FF2B5EF4-FFF2-40B4-BE49-F238E27FC236}">
                <a16:creationId xmlns:a16="http://schemas.microsoft.com/office/drawing/2014/main" id="{044E38A1-DB1F-32E9-2DEE-6694D70E069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273210" y="17575688"/>
            <a:ext cx="6603463" cy="5223657"/>
          </a:xfrm>
          <a:prstGeom prst="rect">
            <a:avLst/>
          </a:prstGeom>
          <a:ln>
            <a:noFill/>
          </a:ln>
          <a:effectLst>
            <a:softEdge rad="112500"/>
          </a:effectLst>
        </p:spPr>
      </p:pic>
      <p:pic>
        <p:nvPicPr>
          <p:cNvPr id="20" name="Picture 19">
            <a:extLst>
              <a:ext uri="{FF2B5EF4-FFF2-40B4-BE49-F238E27FC236}">
                <a16:creationId xmlns:a16="http://schemas.microsoft.com/office/drawing/2014/main" id="{9024C346-0B45-FD2B-42D3-EAB4E014C76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2137516" y="17812385"/>
            <a:ext cx="6561789" cy="4986959"/>
          </a:xfrm>
          <a:prstGeom prst="rect">
            <a:avLst/>
          </a:prstGeom>
        </p:spPr>
      </p:pic>
    </p:spTree>
  </p:cSld>
  <p:clrMapOvr>
    <a:masterClrMapping/>
  </p:clrMapOvr>
</p:sld>
</file>

<file path=ppt/theme/theme1.xml><?xml version="1.0" encoding="utf-8"?>
<a:theme xmlns:a="http://schemas.openxmlformats.org/drawingml/2006/main" name="Monash CivEng Poster 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210</TotalTime>
  <Words>718</Words>
  <Application>Microsoft Office PowerPoint</Application>
  <PresentationFormat>Custom</PresentationFormat>
  <Paragraphs>67</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Wingdings</vt:lpstr>
      <vt:lpstr>Monash CivEng Poster Template</vt:lpstr>
      <vt:lpstr>PowerPoint Presentation</vt:lpstr>
    </vt:vector>
  </TitlesOfParts>
  <Manager>Sandy Peischl</Manager>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Template A0 Portrait</dc:title>
  <dc:creator>Sandy Peischl</dc:creator>
  <cp:lastModifiedBy>Kaveesha H</cp:lastModifiedBy>
  <cp:revision>189</cp:revision>
  <dcterms:created xsi:type="dcterms:W3CDTF">2011-09-19T01:48:05Z</dcterms:created>
  <dcterms:modified xsi:type="dcterms:W3CDTF">2026-01-22T16:44:23Z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179613F7ABF64847BC204A8965624543_12</vt:lpwstr>
  </property>
  <property fmtid="{D5CDD505-2E9C-101B-9397-08002B2CF9AE}" pid="3" name="KSOProductBuildVer">
    <vt:lpwstr>1033-12.2.0.23196</vt:lpwstr>
  </property>
  <property fmtid="{D5CDD505-2E9C-101B-9397-08002B2CF9AE}" pid="4" name="MSIP_Label_defa4170-0d19-0005-0004-bc88714345d2_Enabled">
    <vt:lpwstr>true</vt:lpwstr>
  </property>
  <property fmtid="{D5CDD505-2E9C-101B-9397-08002B2CF9AE}" pid="5" name="MSIP_Label_defa4170-0d19-0005-0004-bc88714345d2_SetDate">
    <vt:lpwstr>2026-01-22T15:04:08Z</vt:lpwstr>
  </property>
  <property fmtid="{D5CDD505-2E9C-101B-9397-08002B2CF9AE}" pid="6" name="MSIP_Label_defa4170-0d19-0005-0004-bc88714345d2_Method">
    <vt:lpwstr>Standard</vt:lpwstr>
  </property>
  <property fmtid="{D5CDD505-2E9C-101B-9397-08002B2CF9AE}" pid="7" name="MSIP_Label_defa4170-0d19-0005-0004-bc88714345d2_Name">
    <vt:lpwstr>defa4170-0d19-0005-0004-bc88714345d2</vt:lpwstr>
  </property>
  <property fmtid="{D5CDD505-2E9C-101B-9397-08002B2CF9AE}" pid="8" name="MSIP_Label_defa4170-0d19-0005-0004-bc88714345d2_SiteId">
    <vt:lpwstr>23a0c336-e5f0-4bbc-90b2-2899179cbbb5</vt:lpwstr>
  </property>
  <property fmtid="{D5CDD505-2E9C-101B-9397-08002B2CF9AE}" pid="9" name="MSIP_Label_defa4170-0d19-0005-0004-bc88714345d2_ActionId">
    <vt:lpwstr>2707a391-7da9-4ec8-8210-88675cfc1daa</vt:lpwstr>
  </property>
  <property fmtid="{D5CDD505-2E9C-101B-9397-08002B2CF9AE}" pid="10" name="MSIP_Label_defa4170-0d19-0005-0004-bc88714345d2_ContentBits">
    <vt:lpwstr>0</vt:lpwstr>
  </property>
  <property fmtid="{D5CDD505-2E9C-101B-9397-08002B2CF9AE}" pid="11" name="MSIP_Label_defa4170-0d19-0005-0004-bc88714345d2_Tag">
    <vt:lpwstr>10, 3, 0, 1</vt:lpwstr>
  </property>
</Properties>
</file>